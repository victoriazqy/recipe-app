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302" r:id="rId3"/>
    <p:sldId id="258" r:id="rId4"/>
    <p:sldId id="265" r:id="rId5"/>
    <p:sldId id="288" r:id="rId6"/>
    <p:sldId id="286" r:id="rId7"/>
    <p:sldId id="281" r:id="rId8"/>
    <p:sldId id="298" r:id="rId9"/>
    <p:sldId id="282" r:id="rId10"/>
    <p:sldId id="289" r:id="rId11"/>
    <p:sldId id="290" r:id="rId12"/>
    <p:sldId id="297" r:id="rId13"/>
    <p:sldId id="292" r:id="rId14"/>
    <p:sldId id="275" r:id="rId15"/>
    <p:sldId id="294" r:id="rId16"/>
    <p:sldId id="271" r:id="rId17"/>
    <p:sldId id="295" r:id="rId18"/>
    <p:sldId id="299" r:id="rId19"/>
    <p:sldId id="300" r:id="rId20"/>
    <p:sldId id="268" r:id="rId21"/>
    <p:sldId id="293" r:id="rId22"/>
    <p:sldId id="296" r:id="rId23"/>
    <p:sldId id="301" r:id="rId24"/>
    <p:sldId id="272" r:id="rId25"/>
    <p:sldId id="283" r:id="rId26"/>
    <p:sldId id="257" r:id="rId27"/>
    <p:sldId id="264" r:id="rId28"/>
  </p:sldIdLst>
  <p:sldSz cx="18288000" cy="10287000"/>
  <p:notesSz cx="6858000" cy="9144000"/>
  <p:embeddedFontLst>
    <p:embeddedFont>
      <p:font typeface="字由点字典黑 35J" panose="02010600030101010101" charset="-122"/>
      <p:regular r:id="rId29"/>
    </p:embeddedFont>
    <p:embeddedFont>
      <p:font typeface="字由点字典黑 35J Italics" panose="02010600030101010101" charset="-122"/>
      <p:regular r:id="rId30"/>
    </p:embeddedFont>
    <p:embeddedFont>
      <p:font typeface="字由点字典黑 45J" panose="02010600030101010101" charset="-122"/>
      <p:regular r:id="rId31"/>
    </p:embeddedFont>
    <p:embeddedFont>
      <p:font typeface="字由点字典黑 45J Italics" panose="02010600030101010101" charset="-122"/>
      <p:regular r:id="rId32"/>
    </p:embeddedFont>
    <p:embeddedFont>
      <p:font typeface="字由点字典黑 75J" panose="02010600030101010101" charset="-122"/>
      <p:regular r:id="rId33"/>
    </p:embeddedFont>
    <p:embeddedFont>
      <p:font typeface="Arial Black" panose="020B0A04020102020204" pitchFamily="34" charset="0"/>
      <p:bold r:id="rId34"/>
    </p:embeddedFont>
    <p:embeddedFont>
      <p:font typeface="Arimo" panose="02010600030101010101" charset="0"/>
      <p:regular r:id="rId35"/>
    </p:embeddedFont>
    <p:embeddedFont>
      <p:font typeface="Copperplate Gothic Bold" panose="020E0705020206020404" pitchFamily="34" charset="0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421" autoAdjust="0"/>
    <p:restoredTop sz="95026" autoAdjust="0"/>
  </p:normalViewPr>
  <p:slideViewPr>
    <p:cSldViewPr>
      <p:cViewPr>
        <p:scale>
          <a:sx n="50" d="100"/>
          <a:sy n="50" d="100"/>
        </p:scale>
        <p:origin x="1368" y="12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>
              <a:alphaModFix amt="80000"/>
            </a:blip>
            <a:srcRect t="7061" b="7061"/>
            <a:stretch>
              <a:fillRect/>
            </a:stretch>
          </p:blipFill>
          <p:spPr>
            <a:xfrm flipH="1">
              <a:off x="0" y="0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16954208" y="8364091"/>
            <a:ext cx="599241" cy="1112876"/>
            <a:chOff x="0" y="0"/>
            <a:chExt cx="798988" cy="1483834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14142" cy="114142"/>
              <a:chOff x="0" y="0"/>
              <a:chExt cx="114142" cy="114142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7" name="Group 7"/>
            <p:cNvGrpSpPr/>
            <p:nvPr/>
          </p:nvGrpSpPr>
          <p:grpSpPr>
            <a:xfrm>
              <a:off x="228282" y="0"/>
              <a:ext cx="114142" cy="114142"/>
              <a:chOff x="0" y="0"/>
              <a:chExt cx="114142" cy="114142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9" name="Group 9"/>
            <p:cNvGrpSpPr/>
            <p:nvPr/>
          </p:nvGrpSpPr>
          <p:grpSpPr>
            <a:xfrm>
              <a:off x="456564" y="0"/>
              <a:ext cx="114142" cy="114142"/>
              <a:chOff x="0" y="0"/>
              <a:chExt cx="114142" cy="114142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11" name="Group 11"/>
            <p:cNvGrpSpPr/>
            <p:nvPr/>
          </p:nvGrpSpPr>
          <p:grpSpPr>
            <a:xfrm>
              <a:off x="684846" y="0"/>
              <a:ext cx="114142" cy="114142"/>
              <a:chOff x="0" y="0"/>
              <a:chExt cx="114142" cy="114142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13" name="Group 13"/>
            <p:cNvGrpSpPr/>
            <p:nvPr/>
          </p:nvGrpSpPr>
          <p:grpSpPr>
            <a:xfrm>
              <a:off x="0" y="228282"/>
              <a:ext cx="114142" cy="114142"/>
              <a:chOff x="0" y="0"/>
              <a:chExt cx="114142" cy="114142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15" name="Group 15"/>
            <p:cNvGrpSpPr/>
            <p:nvPr/>
          </p:nvGrpSpPr>
          <p:grpSpPr>
            <a:xfrm>
              <a:off x="228282" y="228282"/>
              <a:ext cx="114142" cy="114142"/>
              <a:chOff x="0" y="0"/>
              <a:chExt cx="114142" cy="114142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17" name="Group 17"/>
            <p:cNvGrpSpPr/>
            <p:nvPr/>
          </p:nvGrpSpPr>
          <p:grpSpPr>
            <a:xfrm>
              <a:off x="456564" y="228282"/>
              <a:ext cx="114142" cy="114142"/>
              <a:chOff x="0" y="0"/>
              <a:chExt cx="114142" cy="114142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19" name="Group 19"/>
            <p:cNvGrpSpPr/>
            <p:nvPr/>
          </p:nvGrpSpPr>
          <p:grpSpPr>
            <a:xfrm>
              <a:off x="684846" y="228282"/>
              <a:ext cx="114142" cy="114142"/>
              <a:chOff x="0" y="0"/>
              <a:chExt cx="114142" cy="114142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21" name="Group 21"/>
            <p:cNvGrpSpPr/>
            <p:nvPr/>
          </p:nvGrpSpPr>
          <p:grpSpPr>
            <a:xfrm>
              <a:off x="0" y="456564"/>
              <a:ext cx="114142" cy="114142"/>
              <a:chOff x="0" y="0"/>
              <a:chExt cx="114142" cy="114142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23" name="Group 23"/>
            <p:cNvGrpSpPr/>
            <p:nvPr/>
          </p:nvGrpSpPr>
          <p:grpSpPr>
            <a:xfrm>
              <a:off x="228282" y="456564"/>
              <a:ext cx="114142" cy="114142"/>
              <a:chOff x="0" y="0"/>
              <a:chExt cx="114142" cy="114142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25" name="Group 25"/>
            <p:cNvGrpSpPr/>
            <p:nvPr/>
          </p:nvGrpSpPr>
          <p:grpSpPr>
            <a:xfrm>
              <a:off x="456564" y="456564"/>
              <a:ext cx="114142" cy="114142"/>
              <a:chOff x="0" y="0"/>
              <a:chExt cx="114142" cy="114142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27" name="Group 27"/>
            <p:cNvGrpSpPr/>
            <p:nvPr/>
          </p:nvGrpSpPr>
          <p:grpSpPr>
            <a:xfrm>
              <a:off x="684846" y="456564"/>
              <a:ext cx="114142" cy="114142"/>
              <a:chOff x="0" y="0"/>
              <a:chExt cx="114142" cy="114142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29" name="Group 29"/>
            <p:cNvGrpSpPr/>
            <p:nvPr/>
          </p:nvGrpSpPr>
          <p:grpSpPr>
            <a:xfrm>
              <a:off x="0" y="684846"/>
              <a:ext cx="114142" cy="114142"/>
              <a:chOff x="0" y="0"/>
              <a:chExt cx="114142" cy="114142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31" name="Group 31"/>
            <p:cNvGrpSpPr/>
            <p:nvPr/>
          </p:nvGrpSpPr>
          <p:grpSpPr>
            <a:xfrm>
              <a:off x="228282" y="684846"/>
              <a:ext cx="114142" cy="114142"/>
              <a:chOff x="0" y="0"/>
              <a:chExt cx="114142" cy="114142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33" name="Group 33"/>
            <p:cNvGrpSpPr/>
            <p:nvPr/>
          </p:nvGrpSpPr>
          <p:grpSpPr>
            <a:xfrm>
              <a:off x="456564" y="684846"/>
              <a:ext cx="114142" cy="114142"/>
              <a:chOff x="0" y="0"/>
              <a:chExt cx="114142" cy="114142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35" name="Group 35"/>
            <p:cNvGrpSpPr/>
            <p:nvPr/>
          </p:nvGrpSpPr>
          <p:grpSpPr>
            <a:xfrm>
              <a:off x="684846" y="684846"/>
              <a:ext cx="114142" cy="114142"/>
              <a:chOff x="0" y="0"/>
              <a:chExt cx="114142" cy="114142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37" name="Group 37"/>
            <p:cNvGrpSpPr/>
            <p:nvPr/>
          </p:nvGrpSpPr>
          <p:grpSpPr>
            <a:xfrm>
              <a:off x="0" y="913128"/>
              <a:ext cx="114142" cy="114142"/>
              <a:chOff x="0" y="0"/>
              <a:chExt cx="114142" cy="114142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39" name="Group 39"/>
            <p:cNvGrpSpPr/>
            <p:nvPr/>
          </p:nvGrpSpPr>
          <p:grpSpPr>
            <a:xfrm>
              <a:off x="228282" y="913128"/>
              <a:ext cx="114142" cy="114142"/>
              <a:chOff x="0" y="0"/>
              <a:chExt cx="114142" cy="114142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41" name="Group 41"/>
            <p:cNvGrpSpPr/>
            <p:nvPr/>
          </p:nvGrpSpPr>
          <p:grpSpPr>
            <a:xfrm>
              <a:off x="456564" y="913128"/>
              <a:ext cx="114142" cy="114142"/>
              <a:chOff x="0" y="0"/>
              <a:chExt cx="114142" cy="114142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43" name="Group 43"/>
            <p:cNvGrpSpPr/>
            <p:nvPr/>
          </p:nvGrpSpPr>
          <p:grpSpPr>
            <a:xfrm>
              <a:off x="684846" y="913128"/>
              <a:ext cx="114142" cy="114142"/>
              <a:chOff x="0" y="0"/>
              <a:chExt cx="114142" cy="114142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45" name="Group 45"/>
            <p:cNvGrpSpPr/>
            <p:nvPr/>
          </p:nvGrpSpPr>
          <p:grpSpPr>
            <a:xfrm>
              <a:off x="0" y="1141410"/>
              <a:ext cx="114142" cy="114142"/>
              <a:chOff x="0" y="0"/>
              <a:chExt cx="114142" cy="114142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47" name="Group 47"/>
            <p:cNvGrpSpPr/>
            <p:nvPr/>
          </p:nvGrpSpPr>
          <p:grpSpPr>
            <a:xfrm>
              <a:off x="228282" y="1141410"/>
              <a:ext cx="114142" cy="114142"/>
              <a:chOff x="0" y="0"/>
              <a:chExt cx="114142" cy="114142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49" name="Group 49"/>
            <p:cNvGrpSpPr/>
            <p:nvPr/>
          </p:nvGrpSpPr>
          <p:grpSpPr>
            <a:xfrm>
              <a:off x="456564" y="1141410"/>
              <a:ext cx="114142" cy="114142"/>
              <a:chOff x="0" y="0"/>
              <a:chExt cx="114142" cy="114142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51" name="Group 51"/>
            <p:cNvGrpSpPr/>
            <p:nvPr/>
          </p:nvGrpSpPr>
          <p:grpSpPr>
            <a:xfrm>
              <a:off x="684846" y="1141410"/>
              <a:ext cx="114142" cy="114142"/>
              <a:chOff x="0" y="0"/>
              <a:chExt cx="114142" cy="114142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53" name="Group 53"/>
            <p:cNvGrpSpPr/>
            <p:nvPr/>
          </p:nvGrpSpPr>
          <p:grpSpPr>
            <a:xfrm>
              <a:off x="0" y="1369692"/>
              <a:ext cx="114142" cy="114142"/>
              <a:chOff x="0" y="0"/>
              <a:chExt cx="114142" cy="114142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55" name="Group 55"/>
            <p:cNvGrpSpPr/>
            <p:nvPr/>
          </p:nvGrpSpPr>
          <p:grpSpPr>
            <a:xfrm>
              <a:off x="228282" y="1369692"/>
              <a:ext cx="114142" cy="114142"/>
              <a:chOff x="0" y="0"/>
              <a:chExt cx="114142" cy="114142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57" name="Group 57"/>
            <p:cNvGrpSpPr/>
            <p:nvPr/>
          </p:nvGrpSpPr>
          <p:grpSpPr>
            <a:xfrm>
              <a:off x="456564" y="1369692"/>
              <a:ext cx="114142" cy="114142"/>
              <a:chOff x="0" y="0"/>
              <a:chExt cx="114142" cy="114142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59" name="Group 59"/>
            <p:cNvGrpSpPr/>
            <p:nvPr/>
          </p:nvGrpSpPr>
          <p:grpSpPr>
            <a:xfrm>
              <a:off x="684846" y="1369692"/>
              <a:ext cx="114142" cy="114142"/>
              <a:chOff x="0" y="0"/>
              <a:chExt cx="114142" cy="114142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  <p:sp>
        <p:nvSpPr>
          <p:cNvPr id="61" name="AutoShape 61"/>
          <p:cNvSpPr/>
          <p:nvPr/>
        </p:nvSpPr>
        <p:spPr>
          <a:xfrm>
            <a:off x="2237970" y="2369909"/>
            <a:ext cx="6217820" cy="9525"/>
          </a:xfrm>
          <a:prstGeom prst="line">
            <a:avLst/>
          </a:prstGeom>
          <a:ln w="9525" cap="rnd">
            <a:solidFill>
              <a:srgbClr val="37373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2" name="Group 62"/>
          <p:cNvGrpSpPr/>
          <p:nvPr/>
        </p:nvGrpSpPr>
        <p:grpSpPr>
          <a:xfrm>
            <a:off x="2644457" y="2170055"/>
            <a:ext cx="399711" cy="399711"/>
            <a:chOff x="0" y="0"/>
            <a:chExt cx="532948" cy="532948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532892" cy="532892"/>
            </a:xfrm>
            <a:custGeom>
              <a:avLst/>
              <a:gdLst/>
              <a:ahLst/>
              <a:cxnLst/>
              <a:rect l="l" t="t" r="r" b="b"/>
              <a:pathLst>
                <a:path w="532892" h="532892">
                  <a:moveTo>
                    <a:pt x="0" y="266446"/>
                  </a:moveTo>
                  <a:cubicBezTo>
                    <a:pt x="147193" y="266446"/>
                    <a:pt x="266446" y="147193"/>
                    <a:pt x="266446" y="0"/>
                  </a:cubicBezTo>
                  <a:cubicBezTo>
                    <a:pt x="266446" y="147193"/>
                    <a:pt x="385699" y="266446"/>
                    <a:pt x="532892" y="266446"/>
                  </a:cubicBezTo>
                  <a:cubicBezTo>
                    <a:pt x="385699" y="266446"/>
                    <a:pt x="266446" y="385699"/>
                    <a:pt x="266446" y="532892"/>
                  </a:cubicBezTo>
                  <a:cubicBezTo>
                    <a:pt x="266446" y="385699"/>
                    <a:pt x="147193" y="266446"/>
                    <a:pt x="0" y="266446"/>
                  </a:cubicBezTo>
                  <a:close/>
                </a:path>
              </a:pathLst>
            </a:custGeom>
            <a:solidFill>
              <a:srgbClr val="373737"/>
            </a:solidFill>
          </p:spPr>
        </p:sp>
      </p:grpSp>
      <p:grpSp>
        <p:nvGrpSpPr>
          <p:cNvPr id="64" name="Group 64"/>
          <p:cNvGrpSpPr/>
          <p:nvPr/>
        </p:nvGrpSpPr>
        <p:grpSpPr>
          <a:xfrm>
            <a:off x="3246036" y="2170055"/>
            <a:ext cx="399711" cy="399711"/>
            <a:chOff x="0" y="0"/>
            <a:chExt cx="532948" cy="532948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532892" cy="532892"/>
            </a:xfrm>
            <a:custGeom>
              <a:avLst/>
              <a:gdLst/>
              <a:ahLst/>
              <a:cxnLst/>
              <a:rect l="l" t="t" r="r" b="b"/>
              <a:pathLst>
                <a:path w="532892" h="532892">
                  <a:moveTo>
                    <a:pt x="0" y="266446"/>
                  </a:moveTo>
                  <a:cubicBezTo>
                    <a:pt x="147193" y="266446"/>
                    <a:pt x="266446" y="147193"/>
                    <a:pt x="266446" y="0"/>
                  </a:cubicBezTo>
                  <a:cubicBezTo>
                    <a:pt x="266446" y="147193"/>
                    <a:pt x="385699" y="266446"/>
                    <a:pt x="532892" y="266446"/>
                  </a:cubicBezTo>
                  <a:cubicBezTo>
                    <a:pt x="385699" y="266446"/>
                    <a:pt x="266446" y="385699"/>
                    <a:pt x="266446" y="532892"/>
                  </a:cubicBezTo>
                  <a:cubicBezTo>
                    <a:pt x="266446" y="385699"/>
                    <a:pt x="147193" y="266446"/>
                    <a:pt x="0" y="266446"/>
                  </a:cubicBezTo>
                  <a:close/>
                </a:path>
              </a:pathLst>
            </a:custGeom>
            <a:solidFill>
              <a:srgbClr val="373737"/>
            </a:solidFill>
          </p:spPr>
        </p:sp>
      </p:grpSp>
      <p:grpSp>
        <p:nvGrpSpPr>
          <p:cNvPr id="66" name="Group 66"/>
          <p:cNvGrpSpPr/>
          <p:nvPr/>
        </p:nvGrpSpPr>
        <p:grpSpPr>
          <a:xfrm>
            <a:off x="4596740" y="7701672"/>
            <a:ext cx="13691260" cy="399711"/>
            <a:chOff x="0" y="0"/>
            <a:chExt cx="18255013" cy="532948"/>
          </a:xfrm>
        </p:grpSpPr>
        <p:sp>
          <p:nvSpPr>
            <p:cNvPr id="67" name="AutoShape 67"/>
            <p:cNvSpPr/>
            <p:nvPr/>
          </p:nvSpPr>
          <p:spPr>
            <a:xfrm flipH="1">
              <a:off x="0" y="266474"/>
              <a:ext cx="18255013" cy="2"/>
            </a:xfrm>
            <a:prstGeom prst="line">
              <a:avLst/>
            </a:prstGeom>
            <a:ln w="12700" cap="rnd">
              <a:solidFill>
                <a:srgbClr val="373737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215496" y="0"/>
              <a:ext cx="532948" cy="532948"/>
              <a:chOff x="0" y="0"/>
              <a:chExt cx="532948" cy="532948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0" y="0"/>
                <a:ext cx="532892" cy="532892"/>
              </a:xfrm>
              <a:custGeom>
                <a:avLst/>
                <a:gdLst/>
                <a:ahLst/>
                <a:cxnLst/>
                <a:rect l="l" t="t" r="r" b="b"/>
                <a:pathLst>
                  <a:path w="532892" h="532892">
                    <a:moveTo>
                      <a:pt x="532892" y="266446"/>
                    </a:moveTo>
                    <a:cubicBezTo>
                      <a:pt x="385699" y="266446"/>
                      <a:pt x="266446" y="385699"/>
                      <a:pt x="266446" y="532892"/>
                    </a:cubicBezTo>
                    <a:cubicBezTo>
                      <a:pt x="266446" y="385699"/>
                      <a:pt x="147193" y="266446"/>
                      <a:pt x="0" y="266446"/>
                    </a:cubicBezTo>
                    <a:cubicBezTo>
                      <a:pt x="147193" y="266446"/>
                      <a:pt x="266446" y="147193"/>
                      <a:pt x="266446" y="0"/>
                    </a:cubicBezTo>
                    <a:cubicBezTo>
                      <a:pt x="266446" y="147193"/>
                      <a:pt x="385699" y="266446"/>
                      <a:pt x="532892" y="266446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grpSp>
          <p:nvGrpSpPr>
            <p:cNvPr id="70" name="Group 70"/>
            <p:cNvGrpSpPr/>
            <p:nvPr/>
          </p:nvGrpSpPr>
          <p:grpSpPr>
            <a:xfrm>
              <a:off x="6413390" y="0"/>
              <a:ext cx="532948" cy="532948"/>
              <a:chOff x="0" y="0"/>
              <a:chExt cx="532948" cy="532948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0" y="0"/>
                <a:ext cx="532892" cy="532892"/>
              </a:xfrm>
              <a:custGeom>
                <a:avLst/>
                <a:gdLst/>
                <a:ahLst/>
                <a:cxnLst/>
                <a:rect l="l" t="t" r="r" b="b"/>
                <a:pathLst>
                  <a:path w="532892" h="532892">
                    <a:moveTo>
                      <a:pt x="532892" y="266446"/>
                    </a:moveTo>
                    <a:cubicBezTo>
                      <a:pt x="385699" y="266446"/>
                      <a:pt x="266446" y="385699"/>
                      <a:pt x="266446" y="532892"/>
                    </a:cubicBezTo>
                    <a:cubicBezTo>
                      <a:pt x="266446" y="385699"/>
                      <a:pt x="147193" y="266446"/>
                      <a:pt x="0" y="266446"/>
                    </a:cubicBezTo>
                    <a:cubicBezTo>
                      <a:pt x="147193" y="266446"/>
                      <a:pt x="266446" y="147193"/>
                      <a:pt x="266446" y="0"/>
                    </a:cubicBezTo>
                    <a:cubicBezTo>
                      <a:pt x="266446" y="147193"/>
                      <a:pt x="385699" y="266446"/>
                      <a:pt x="532892" y="266446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</p:grpSp>
      <p:sp>
        <p:nvSpPr>
          <p:cNvPr id="73" name="TextBox 73"/>
          <p:cNvSpPr txBox="1"/>
          <p:nvPr/>
        </p:nvSpPr>
        <p:spPr>
          <a:xfrm>
            <a:off x="6456004" y="8287891"/>
            <a:ext cx="9763181" cy="88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79"/>
              </a:lnSpc>
            </a:pPr>
            <a:r>
              <a:rPr lang="en-US" sz="2899" dirty="0">
                <a:solidFill>
                  <a:srgbClr val="373737"/>
                </a:solidFill>
                <a:latin typeface="字由点字典黑 45J"/>
                <a:ea typeface="字由点字典黑 45J"/>
                <a:cs typeface="字由点字典黑 45J"/>
                <a:sym typeface="字由点字典黑 45J"/>
              </a:rPr>
              <a:t>22207232 Qiyue Zhu</a:t>
            </a:r>
          </a:p>
          <a:p>
            <a:pPr algn="r">
              <a:lnSpc>
                <a:spcPts val="3479"/>
              </a:lnSpc>
            </a:pPr>
            <a:r>
              <a:rPr lang="en-US" sz="2899" dirty="0">
                <a:solidFill>
                  <a:srgbClr val="373737"/>
                </a:solidFill>
                <a:latin typeface="字由点字典黑 45J"/>
                <a:ea typeface="字由点字典黑 45J"/>
                <a:cs typeface="字由点字典黑 45J"/>
                <a:sym typeface="字由点字典黑 45J"/>
              </a:rPr>
              <a:t>11/30/2024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6456004" y="6930147"/>
            <a:ext cx="9763181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3499" dirty="0">
                <a:solidFill>
                  <a:srgbClr val="373737"/>
                </a:solidFill>
                <a:latin typeface="字由点字典黑 45J Italics"/>
                <a:ea typeface="字由点字典黑 45J Italics"/>
                <a:cs typeface="字由点字典黑 45J Italics"/>
                <a:sym typeface="字由点字典黑 45J Italics"/>
              </a:rPr>
              <a:t>Personalized your own recipes and digital fridge</a:t>
            </a:r>
          </a:p>
        </p:txBody>
      </p:sp>
      <p:pic>
        <p:nvPicPr>
          <p:cNvPr id="75" name="图片 74">
            <a:extLst>
              <a:ext uri="{FF2B5EF4-FFF2-40B4-BE49-F238E27FC236}">
                <a16:creationId xmlns:a16="http://schemas.microsoft.com/office/drawing/2014/main" id="{A5F1ED70-E80F-0A59-79A7-B53C02695D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6023" y="1866503"/>
            <a:ext cx="4715954" cy="4715954"/>
          </a:xfrm>
          <a:prstGeom prst="rect">
            <a:avLst/>
          </a:prstGeom>
        </p:spPr>
      </p:pic>
      <p:sp>
        <p:nvSpPr>
          <p:cNvPr id="76" name="TextBox 62">
            <a:extLst>
              <a:ext uri="{FF2B5EF4-FFF2-40B4-BE49-F238E27FC236}">
                <a16:creationId xmlns:a16="http://schemas.microsoft.com/office/drawing/2014/main" id="{9BDE5E64-3F79-8C8D-85E8-27C8D4F6CFA5}"/>
              </a:ext>
            </a:extLst>
          </p:cNvPr>
          <p:cNvSpPr txBox="1"/>
          <p:nvPr/>
        </p:nvSpPr>
        <p:spPr>
          <a:xfrm>
            <a:off x="4191000" y="5659822"/>
            <a:ext cx="10192808" cy="1038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99"/>
              </a:lnSpc>
            </a:pPr>
            <a:r>
              <a:rPr lang="en-US" sz="4999" b="1" spc="333" dirty="0" err="1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sym typeface="字由点字典黑 35J"/>
              </a:rPr>
              <a:t>Kandean</a:t>
            </a:r>
            <a:endParaRPr lang="en-US" sz="4999" b="1" spc="333" dirty="0">
              <a:solidFill>
                <a:srgbClr val="000000"/>
              </a:solidFill>
              <a:latin typeface="Arial Black" panose="020B0A04020102020204" pitchFamily="34" charset="0"/>
              <a:ea typeface="字由点字典黑 35J"/>
              <a:sym typeface="字由点字典黑 35J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F5F3E-D729-2639-6B16-104AFD16C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229D344-D996-E911-C42D-A88309E30451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163D9D08-EFA4-4260-2D93-608FD4EA6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40000"/>
            </a:blip>
            <a:srcRect t="8126" b="8126"/>
            <a:stretch>
              <a:fillRect/>
            </a:stretch>
          </p:blipFill>
          <p:spPr>
            <a:xfrm>
              <a:off x="0" y="0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78C96D1E-F1D0-0C4B-B24C-A16443F2B1F0}"/>
              </a:ext>
            </a:extLst>
          </p:cNvPr>
          <p:cNvGrpSpPr/>
          <p:nvPr/>
        </p:nvGrpSpPr>
        <p:grpSpPr>
          <a:xfrm>
            <a:off x="16954208" y="8364092"/>
            <a:ext cx="85606" cy="85607"/>
            <a:chOff x="0" y="0"/>
            <a:chExt cx="114142" cy="114142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60E1C8D-9A14-3DE0-CE2D-DE8FF30FF157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E560A14C-5672-754F-79A1-81AB8C3423D8}"/>
              </a:ext>
            </a:extLst>
          </p:cNvPr>
          <p:cNvGrpSpPr/>
          <p:nvPr/>
        </p:nvGrpSpPr>
        <p:grpSpPr>
          <a:xfrm>
            <a:off x="17125419" y="8364092"/>
            <a:ext cx="85606" cy="85607"/>
            <a:chOff x="0" y="0"/>
            <a:chExt cx="114142" cy="114142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E8A10A2-5FA8-8BE8-546A-07F279BF3B10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84981752-6AD4-8C40-5551-C1DCA86126E0}"/>
              </a:ext>
            </a:extLst>
          </p:cNvPr>
          <p:cNvGrpSpPr/>
          <p:nvPr/>
        </p:nvGrpSpPr>
        <p:grpSpPr>
          <a:xfrm>
            <a:off x="17296630" y="8364092"/>
            <a:ext cx="85606" cy="85607"/>
            <a:chOff x="0" y="0"/>
            <a:chExt cx="114142" cy="114142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E789F235-16F4-7B71-B887-3FDD5954394C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BD341FF-0EF8-5830-D74F-C4A6716439FC}"/>
              </a:ext>
            </a:extLst>
          </p:cNvPr>
          <p:cNvGrpSpPr/>
          <p:nvPr/>
        </p:nvGrpSpPr>
        <p:grpSpPr>
          <a:xfrm>
            <a:off x="17467842" y="8364092"/>
            <a:ext cx="85606" cy="85607"/>
            <a:chOff x="0" y="0"/>
            <a:chExt cx="114142" cy="114142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C969C3F9-A006-4B29-F148-2530597CCFC8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E91B0449-AB17-580F-0DF1-4F2A2D1B9C78}"/>
              </a:ext>
            </a:extLst>
          </p:cNvPr>
          <p:cNvGrpSpPr/>
          <p:nvPr/>
        </p:nvGrpSpPr>
        <p:grpSpPr>
          <a:xfrm>
            <a:off x="16954208" y="8535303"/>
            <a:ext cx="85606" cy="85607"/>
            <a:chOff x="0" y="0"/>
            <a:chExt cx="114142" cy="114142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6B221075-26A8-8990-86A6-3E88CB4BD6DB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6B1A713-1608-ED96-6E6C-AEE3F4EF018F}"/>
              </a:ext>
            </a:extLst>
          </p:cNvPr>
          <p:cNvGrpSpPr/>
          <p:nvPr/>
        </p:nvGrpSpPr>
        <p:grpSpPr>
          <a:xfrm>
            <a:off x="17125419" y="8535303"/>
            <a:ext cx="85606" cy="85607"/>
            <a:chOff x="0" y="0"/>
            <a:chExt cx="114142" cy="114142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816ED78E-BCDA-22F9-875D-6D293B6B299A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70C58A9F-6DC5-A830-BAAD-0F5C32814FDF}"/>
              </a:ext>
            </a:extLst>
          </p:cNvPr>
          <p:cNvGrpSpPr/>
          <p:nvPr/>
        </p:nvGrpSpPr>
        <p:grpSpPr>
          <a:xfrm>
            <a:off x="17296630" y="8535303"/>
            <a:ext cx="85606" cy="85607"/>
            <a:chOff x="0" y="0"/>
            <a:chExt cx="114142" cy="114142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9B133F5B-8E14-E66F-8913-55102557F7F8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F5EAA300-AC49-7755-ED56-13594331D134}"/>
              </a:ext>
            </a:extLst>
          </p:cNvPr>
          <p:cNvGrpSpPr/>
          <p:nvPr/>
        </p:nvGrpSpPr>
        <p:grpSpPr>
          <a:xfrm>
            <a:off x="17467842" y="8535303"/>
            <a:ext cx="85606" cy="85607"/>
            <a:chOff x="0" y="0"/>
            <a:chExt cx="114142" cy="114142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5C01F229-45EB-8975-A0FC-F6AFE3C8337C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E3F020BE-9304-780D-5B24-2B48F212D867}"/>
              </a:ext>
            </a:extLst>
          </p:cNvPr>
          <p:cNvGrpSpPr/>
          <p:nvPr/>
        </p:nvGrpSpPr>
        <p:grpSpPr>
          <a:xfrm>
            <a:off x="16954208" y="8706515"/>
            <a:ext cx="85606" cy="85607"/>
            <a:chOff x="0" y="0"/>
            <a:chExt cx="114142" cy="114142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77144417-78AF-A932-7E3F-AC11A628B680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27A98013-FCA1-A37E-04B6-50DDC32A8316}"/>
              </a:ext>
            </a:extLst>
          </p:cNvPr>
          <p:cNvGrpSpPr/>
          <p:nvPr/>
        </p:nvGrpSpPr>
        <p:grpSpPr>
          <a:xfrm>
            <a:off x="17125419" y="8706515"/>
            <a:ext cx="85606" cy="85607"/>
            <a:chOff x="0" y="0"/>
            <a:chExt cx="114142" cy="114142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D8EDC104-DF87-5F4B-8899-312759376A2C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4" name="Group 24">
            <a:extLst>
              <a:ext uri="{FF2B5EF4-FFF2-40B4-BE49-F238E27FC236}">
                <a16:creationId xmlns:a16="http://schemas.microsoft.com/office/drawing/2014/main" id="{02B3A8F2-B41B-FFCF-3575-0AF3B2BFFB9C}"/>
              </a:ext>
            </a:extLst>
          </p:cNvPr>
          <p:cNvGrpSpPr/>
          <p:nvPr/>
        </p:nvGrpSpPr>
        <p:grpSpPr>
          <a:xfrm>
            <a:off x="17296630" y="8706515"/>
            <a:ext cx="85606" cy="85607"/>
            <a:chOff x="0" y="0"/>
            <a:chExt cx="114142" cy="114142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4D50866B-786D-5B16-6D94-E191190B0EFB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CB348A8A-42A2-46E2-8914-04E3734C9E3D}"/>
              </a:ext>
            </a:extLst>
          </p:cNvPr>
          <p:cNvGrpSpPr/>
          <p:nvPr/>
        </p:nvGrpSpPr>
        <p:grpSpPr>
          <a:xfrm>
            <a:off x="17467842" y="8706515"/>
            <a:ext cx="85606" cy="85607"/>
            <a:chOff x="0" y="0"/>
            <a:chExt cx="114142" cy="114142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CAF7F19B-2AF0-CB6B-3DCF-2CF039338F73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9DDD13AA-B684-F018-7769-80C6E91983FD}"/>
              </a:ext>
            </a:extLst>
          </p:cNvPr>
          <p:cNvGrpSpPr/>
          <p:nvPr/>
        </p:nvGrpSpPr>
        <p:grpSpPr>
          <a:xfrm>
            <a:off x="16954208" y="8877726"/>
            <a:ext cx="85606" cy="85607"/>
            <a:chOff x="0" y="0"/>
            <a:chExt cx="114142" cy="114142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7CAEA3B5-9131-1747-2A54-A387B146A11A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0" name="Group 30">
            <a:extLst>
              <a:ext uri="{FF2B5EF4-FFF2-40B4-BE49-F238E27FC236}">
                <a16:creationId xmlns:a16="http://schemas.microsoft.com/office/drawing/2014/main" id="{11D96442-126B-38BB-FED1-D65CF3062743}"/>
              </a:ext>
            </a:extLst>
          </p:cNvPr>
          <p:cNvGrpSpPr/>
          <p:nvPr/>
        </p:nvGrpSpPr>
        <p:grpSpPr>
          <a:xfrm>
            <a:off x="17125419" y="8877726"/>
            <a:ext cx="85606" cy="85607"/>
            <a:chOff x="0" y="0"/>
            <a:chExt cx="114142" cy="114142"/>
          </a:xfrm>
        </p:grpSpPr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A19C68B6-0B1E-93B7-792E-C75AE85BA60A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2" name="Group 32">
            <a:extLst>
              <a:ext uri="{FF2B5EF4-FFF2-40B4-BE49-F238E27FC236}">
                <a16:creationId xmlns:a16="http://schemas.microsoft.com/office/drawing/2014/main" id="{07884FE9-C8F4-8078-C6F1-91178B77E435}"/>
              </a:ext>
            </a:extLst>
          </p:cNvPr>
          <p:cNvGrpSpPr/>
          <p:nvPr/>
        </p:nvGrpSpPr>
        <p:grpSpPr>
          <a:xfrm>
            <a:off x="17296630" y="8877726"/>
            <a:ext cx="85606" cy="85607"/>
            <a:chOff x="0" y="0"/>
            <a:chExt cx="114142" cy="114142"/>
          </a:xfrm>
        </p:grpSpPr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A300BC8C-634C-88FE-0234-2D62FAF21555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4" name="Group 34">
            <a:extLst>
              <a:ext uri="{FF2B5EF4-FFF2-40B4-BE49-F238E27FC236}">
                <a16:creationId xmlns:a16="http://schemas.microsoft.com/office/drawing/2014/main" id="{71CB11B5-8EBE-F9C3-DE5C-C750048B5D74}"/>
              </a:ext>
            </a:extLst>
          </p:cNvPr>
          <p:cNvGrpSpPr/>
          <p:nvPr/>
        </p:nvGrpSpPr>
        <p:grpSpPr>
          <a:xfrm>
            <a:off x="17467842" y="8877726"/>
            <a:ext cx="85606" cy="85607"/>
            <a:chOff x="0" y="0"/>
            <a:chExt cx="114142" cy="114142"/>
          </a:xfrm>
        </p:grpSpPr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3FB0A5D4-D6A1-9FD5-F1E7-1D68196AF168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6" name="Group 36">
            <a:extLst>
              <a:ext uri="{FF2B5EF4-FFF2-40B4-BE49-F238E27FC236}">
                <a16:creationId xmlns:a16="http://schemas.microsoft.com/office/drawing/2014/main" id="{3C4728CC-4462-77EA-D2EA-0BCFD2C0D43F}"/>
              </a:ext>
            </a:extLst>
          </p:cNvPr>
          <p:cNvGrpSpPr/>
          <p:nvPr/>
        </p:nvGrpSpPr>
        <p:grpSpPr>
          <a:xfrm>
            <a:off x="16954208" y="9048937"/>
            <a:ext cx="85606" cy="85607"/>
            <a:chOff x="0" y="0"/>
            <a:chExt cx="114142" cy="114142"/>
          </a:xfrm>
        </p:grpSpPr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BCA34542-55C0-5F37-421B-CA328F45C3AE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8" name="Group 38">
            <a:extLst>
              <a:ext uri="{FF2B5EF4-FFF2-40B4-BE49-F238E27FC236}">
                <a16:creationId xmlns:a16="http://schemas.microsoft.com/office/drawing/2014/main" id="{355ABEBF-2F50-B9F9-971D-69AF4E09026D}"/>
              </a:ext>
            </a:extLst>
          </p:cNvPr>
          <p:cNvGrpSpPr/>
          <p:nvPr/>
        </p:nvGrpSpPr>
        <p:grpSpPr>
          <a:xfrm>
            <a:off x="17125419" y="9048937"/>
            <a:ext cx="85606" cy="85607"/>
            <a:chOff x="0" y="0"/>
            <a:chExt cx="114142" cy="114142"/>
          </a:xfrm>
        </p:grpSpPr>
        <p:sp>
          <p:nvSpPr>
            <p:cNvPr id="39" name="Freeform 39">
              <a:extLst>
                <a:ext uri="{FF2B5EF4-FFF2-40B4-BE49-F238E27FC236}">
                  <a16:creationId xmlns:a16="http://schemas.microsoft.com/office/drawing/2014/main" id="{4C7A7DD8-3490-9469-A702-33731D05AAB0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0" name="Group 40">
            <a:extLst>
              <a:ext uri="{FF2B5EF4-FFF2-40B4-BE49-F238E27FC236}">
                <a16:creationId xmlns:a16="http://schemas.microsoft.com/office/drawing/2014/main" id="{BDD6ABDE-B39A-C2A9-FEA3-CBF98C01397A}"/>
              </a:ext>
            </a:extLst>
          </p:cNvPr>
          <p:cNvGrpSpPr/>
          <p:nvPr/>
        </p:nvGrpSpPr>
        <p:grpSpPr>
          <a:xfrm>
            <a:off x="17296630" y="9048937"/>
            <a:ext cx="85606" cy="85607"/>
            <a:chOff x="0" y="0"/>
            <a:chExt cx="114142" cy="114142"/>
          </a:xfrm>
        </p:grpSpPr>
        <p:sp>
          <p:nvSpPr>
            <p:cNvPr id="41" name="Freeform 41">
              <a:extLst>
                <a:ext uri="{FF2B5EF4-FFF2-40B4-BE49-F238E27FC236}">
                  <a16:creationId xmlns:a16="http://schemas.microsoft.com/office/drawing/2014/main" id="{01527B5A-8761-2545-794A-8312EDB3C833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2" name="Group 42">
            <a:extLst>
              <a:ext uri="{FF2B5EF4-FFF2-40B4-BE49-F238E27FC236}">
                <a16:creationId xmlns:a16="http://schemas.microsoft.com/office/drawing/2014/main" id="{BB0F4D63-0507-961B-589E-8110A183EB44}"/>
              </a:ext>
            </a:extLst>
          </p:cNvPr>
          <p:cNvGrpSpPr/>
          <p:nvPr/>
        </p:nvGrpSpPr>
        <p:grpSpPr>
          <a:xfrm>
            <a:off x="17467842" y="9048937"/>
            <a:ext cx="85606" cy="85607"/>
            <a:chOff x="0" y="0"/>
            <a:chExt cx="114142" cy="114142"/>
          </a:xfrm>
        </p:grpSpPr>
        <p:sp>
          <p:nvSpPr>
            <p:cNvPr id="43" name="Freeform 43">
              <a:extLst>
                <a:ext uri="{FF2B5EF4-FFF2-40B4-BE49-F238E27FC236}">
                  <a16:creationId xmlns:a16="http://schemas.microsoft.com/office/drawing/2014/main" id="{2A408639-4BE1-CC67-7DFC-71BA088C712F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4" name="Group 44">
            <a:extLst>
              <a:ext uri="{FF2B5EF4-FFF2-40B4-BE49-F238E27FC236}">
                <a16:creationId xmlns:a16="http://schemas.microsoft.com/office/drawing/2014/main" id="{69DA2A20-5FDA-CF1A-E92A-173500BDDF4B}"/>
              </a:ext>
            </a:extLst>
          </p:cNvPr>
          <p:cNvGrpSpPr/>
          <p:nvPr/>
        </p:nvGrpSpPr>
        <p:grpSpPr>
          <a:xfrm>
            <a:off x="16954208" y="9220149"/>
            <a:ext cx="85606" cy="85607"/>
            <a:chOff x="0" y="0"/>
            <a:chExt cx="114142" cy="114142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A2EEA8A9-B9F0-57B9-1F04-15E63CEA02BE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6" name="Group 46">
            <a:extLst>
              <a:ext uri="{FF2B5EF4-FFF2-40B4-BE49-F238E27FC236}">
                <a16:creationId xmlns:a16="http://schemas.microsoft.com/office/drawing/2014/main" id="{2F25E101-0502-4EEF-B90E-9CC5713D3B5A}"/>
              </a:ext>
            </a:extLst>
          </p:cNvPr>
          <p:cNvGrpSpPr/>
          <p:nvPr/>
        </p:nvGrpSpPr>
        <p:grpSpPr>
          <a:xfrm>
            <a:off x="17125419" y="9220149"/>
            <a:ext cx="85606" cy="85607"/>
            <a:chOff x="0" y="0"/>
            <a:chExt cx="114142" cy="114142"/>
          </a:xfrm>
        </p:grpSpPr>
        <p:sp>
          <p:nvSpPr>
            <p:cNvPr id="47" name="Freeform 47">
              <a:extLst>
                <a:ext uri="{FF2B5EF4-FFF2-40B4-BE49-F238E27FC236}">
                  <a16:creationId xmlns:a16="http://schemas.microsoft.com/office/drawing/2014/main" id="{5E46F118-FC66-B7E9-A882-9FAB2FF413A6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8" name="Group 48">
            <a:extLst>
              <a:ext uri="{FF2B5EF4-FFF2-40B4-BE49-F238E27FC236}">
                <a16:creationId xmlns:a16="http://schemas.microsoft.com/office/drawing/2014/main" id="{F44E0FBB-01E6-C68B-B044-BD68EB820166}"/>
              </a:ext>
            </a:extLst>
          </p:cNvPr>
          <p:cNvGrpSpPr/>
          <p:nvPr/>
        </p:nvGrpSpPr>
        <p:grpSpPr>
          <a:xfrm>
            <a:off x="17296630" y="9220149"/>
            <a:ext cx="85606" cy="85607"/>
            <a:chOff x="0" y="0"/>
            <a:chExt cx="114142" cy="114142"/>
          </a:xfrm>
        </p:grpSpPr>
        <p:sp>
          <p:nvSpPr>
            <p:cNvPr id="49" name="Freeform 49">
              <a:extLst>
                <a:ext uri="{FF2B5EF4-FFF2-40B4-BE49-F238E27FC236}">
                  <a16:creationId xmlns:a16="http://schemas.microsoft.com/office/drawing/2014/main" id="{6B81B764-8918-0E97-8106-E6C77125832E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0" name="Group 50">
            <a:extLst>
              <a:ext uri="{FF2B5EF4-FFF2-40B4-BE49-F238E27FC236}">
                <a16:creationId xmlns:a16="http://schemas.microsoft.com/office/drawing/2014/main" id="{9FACAC6F-62A8-ACAE-0F2D-0F2C1F90BE82}"/>
              </a:ext>
            </a:extLst>
          </p:cNvPr>
          <p:cNvGrpSpPr/>
          <p:nvPr/>
        </p:nvGrpSpPr>
        <p:grpSpPr>
          <a:xfrm>
            <a:off x="17467842" y="9220149"/>
            <a:ext cx="85606" cy="85607"/>
            <a:chOff x="0" y="0"/>
            <a:chExt cx="114142" cy="114142"/>
          </a:xfrm>
        </p:grpSpPr>
        <p:sp>
          <p:nvSpPr>
            <p:cNvPr id="51" name="Freeform 51">
              <a:extLst>
                <a:ext uri="{FF2B5EF4-FFF2-40B4-BE49-F238E27FC236}">
                  <a16:creationId xmlns:a16="http://schemas.microsoft.com/office/drawing/2014/main" id="{36C52D16-4070-31CA-5CC1-605FB7FC6C63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2" name="Group 52">
            <a:extLst>
              <a:ext uri="{FF2B5EF4-FFF2-40B4-BE49-F238E27FC236}">
                <a16:creationId xmlns:a16="http://schemas.microsoft.com/office/drawing/2014/main" id="{935564A9-C35B-B5B3-8C8B-95064B35D522}"/>
              </a:ext>
            </a:extLst>
          </p:cNvPr>
          <p:cNvGrpSpPr/>
          <p:nvPr/>
        </p:nvGrpSpPr>
        <p:grpSpPr>
          <a:xfrm>
            <a:off x="16954208" y="9391360"/>
            <a:ext cx="85606" cy="85607"/>
            <a:chOff x="0" y="0"/>
            <a:chExt cx="114142" cy="114142"/>
          </a:xfrm>
        </p:grpSpPr>
        <p:sp>
          <p:nvSpPr>
            <p:cNvPr id="53" name="Freeform 53">
              <a:extLst>
                <a:ext uri="{FF2B5EF4-FFF2-40B4-BE49-F238E27FC236}">
                  <a16:creationId xmlns:a16="http://schemas.microsoft.com/office/drawing/2014/main" id="{A52C0A1C-5FB6-BD1B-CDBC-7499293A92C0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4" name="Group 54">
            <a:extLst>
              <a:ext uri="{FF2B5EF4-FFF2-40B4-BE49-F238E27FC236}">
                <a16:creationId xmlns:a16="http://schemas.microsoft.com/office/drawing/2014/main" id="{DC6006A4-CE5D-ABA9-6196-CC459C98A5B6}"/>
              </a:ext>
            </a:extLst>
          </p:cNvPr>
          <p:cNvGrpSpPr/>
          <p:nvPr/>
        </p:nvGrpSpPr>
        <p:grpSpPr>
          <a:xfrm>
            <a:off x="17125419" y="9391360"/>
            <a:ext cx="85606" cy="85607"/>
            <a:chOff x="0" y="0"/>
            <a:chExt cx="114142" cy="114142"/>
          </a:xfrm>
        </p:grpSpPr>
        <p:sp>
          <p:nvSpPr>
            <p:cNvPr id="55" name="Freeform 55">
              <a:extLst>
                <a:ext uri="{FF2B5EF4-FFF2-40B4-BE49-F238E27FC236}">
                  <a16:creationId xmlns:a16="http://schemas.microsoft.com/office/drawing/2014/main" id="{932270C0-4FD5-0078-9ED2-2A714D1B6EFC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6" name="Group 56">
            <a:extLst>
              <a:ext uri="{FF2B5EF4-FFF2-40B4-BE49-F238E27FC236}">
                <a16:creationId xmlns:a16="http://schemas.microsoft.com/office/drawing/2014/main" id="{74D5763D-1912-C798-FCD3-E83F0D390246}"/>
              </a:ext>
            </a:extLst>
          </p:cNvPr>
          <p:cNvGrpSpPr/>
          <p:nvPr/>
        </p:nvGrpSpPr>
        <p:grpSpPr>
          <a:xfrm>
            <a:off x="17296630" y="9391360"/>
            <a:ext cx="85606" cy="85607"/>
            <a:chOff x="0" y="0"/>
            <a:chExt cx="114142" cy="114142"/>
          </a:xfrm>
        </p:grpSpPr>
        <p:sp>
          <p:nvSpPr>
            <p:cNvPr id="57" name="Freeform 57">
              <a:extLst>
                <a:ext uri="{FF2B5EF4-FFF2-40B4-BE49-F238E27FC236}">
                  <a16:creationId xmlns:a16="http://schemas.microsoft.com/office/drawing/2014/main" id="{922C07D0-BD7C-C7BD-D877-A5D0C2D52897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8" name="Group 58">
            <a:extLst>
              <a:ext uri="{FF2B5EF4-FFF2-40B4-BE49-F238E27FC236}">
                <a16:creationId xmlns:a16="http://schemas.microsoft.com/office/drawing/2014/main" id="{D88BDAEA-9AC7-1216-A281-DD6AA1864425}"/>
              </a:ext>
            </a:extLst>
          </p:cNvPr>
          <p:cNvGrpSpPr/>
          <p:nvPr/>
        </p:nvGrpSpPr>
        <p:grpSpPr>
          <a:xfrm>
            <a:off x="17467842" y="9391360"/>
            <a:ext cx="85606" cy="85607"/>
            <a:chOff x="0" y="0"/>
            <a:chExt cx="114142" cy="114142"/>
          </a:xfrm>
        </p:grpSpPr>
        <p:sp>
          <p:nvSpPr>
            <p:cNvPr id="59" name="Freeform 59">
              <a:extLst>
                <a:ext uri="{FF2B5EF4-FFF2-40B4-BE49-F238E27FC236}">
                  <a16:creationId xmlns:a16="http://schemas.microsoft.com/office/drawing/2014/main" id="{FA4948C9-3552-3193-675D-D20057BD0C1A}"/>
                </a:ext>
              </a:extLst>
            </p:cNvPr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0" name="Freeform 60">
            <a:extLst>
              <a:ext uri="{FF2B5EF4-FFF2-40B4-BE49-F238E27FC236}">
                <a16:creationId xmlns:a16="http://schemas.microsoft.com/office/drawing/2014/main" id="{74D177ED-4095-F489-7F66-8776454FF842}"/>
              </a:ext>
            </a:extLst>
          </p:cNvPr>
          <p:cNvSpPr/>
          <p:nvPr/>
        </p:nvSpPr>
        <p:spPr>
          <a:xfrm>
            <a:off x="2218796" y="2301710"/>
            <a:ext cx="9585187" cy="6961242"/>
          </a:xfrm>
          <a:custGeom>
            <a:avLst/>
            <a:gdLst/>
            <a:ahLst/>
            <a:cxnLst/>
            <a:rect l="l" t="t" r="r" b="b"/>
            <a:pathLst>
              <a:path w="9585187" h="6961242">
                <a:moveTo>
                  <a:pt x="0" y="0"/>
                </a:moveTo>
                <a:lnTo>
                  <a:pt x="9585187" y="0"/>
                </a:lnTo>
                <a:lnTo>
                  <a:pt x="9585187" y="6961242"/>
                </a:lnTo>
                <a:lnTo>
                  <a:pt x="0" y="69612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2B861BC8-B9E3-D156-1AB7-4320C92C04BC}"/>
              </a:ext>
            </a:extLst>
          </p:cNvPr>
          <p:cNvSpPr txBox="1"/>
          <p:nvPr/>
        </p:nvSpPr>
        <p:spPr>
          <a:xfrm>
            <a:off x="3124200" y="957130"/>
            <a:ext cx="12335404" cy="10345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999"/>
              </a:lnSpc>
            </a:pPr>
            <a:r>
              <a:rPr lang="en-US" sz="4999" b="1" spc="333" dirty="0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cs typeface="字由点字典黑 35J"/>
                <a:sym typeface="字由点字典黑 35J"/>
              </a:rPr>
              <a:t>Example Application: </a:t>
            </a:r>
            <a:r>
              <a:rPr lang="en-US" sz="4999" b="1" spc="333" dirty="0" err="1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cs typeface="字由点字典黑 35J"/>
                <a:sym typeface="字由点字典黑 35J"/>
              </a:rPr>
              <a:t>Mealime</a:t>
            </a:r>
            <a:endParaRPr lang="en-US" sz="4999" b="1" spc="333" dirty="0">
              <a:solidFill>
                <a:srgbClr val="000000"/>
              </a:solidFill>
              <a:latin typeface="Arial Black" panose="020B0A04020102020204" pitchFamily="34" charset="0"/>
              <a:ea typeface="字由点字典黑 35J"/>
              <a:cs typeface="字由点字典黑 35J"/>
              <a:sym typeface="字由点字典黑 35J"/>
            </a:endParaRP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E55FAD0-3BB3-FF45-A556-71F78FB3D526}"/>
              </a:ext>
            </a:extLst>
          </p:cNvPr>
          <p:cNvSpPr txBox="1"/>
          <p:nvPr/>
        </p:nvSpPr>
        <p:spPr>
          <a:xfrm>
            <a:off x="12668316" y="3326752"/>
            <a:ext cx="4009827" cy="4968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7"/>
              </a:lnSpc>
            </a:pPr>
            <a:r>
              <a:rPr lang="en-US" sz="2598" u="sng" dirty="0" err="1">
                <a:solidFill>
                  <a:srgbClr val="404040"/>
                </a:solidFill>
                <a:latin typeface="字由点字典黑 35J Italics"/>
                <a:ea typeface="字由点字典黑 35J Italics"/>
                <a:cs typeface="字由点字典黑 35J Italics"/>
                <a:sym typeface="字由点字典黑 35J Italics"/>
              </a:rPr>
              <a:t>Mealime</a:t>
            </a:r>
            <a:r>
              <a:rPr lang="en-US" sz="2598" u="sng" dirty="0">
                <a:solidFill>
                  <a:srgbClr val="404040"/>
                </a:solidFill>
                <a:latin typeface="字由点字典黑 35J Italics"/>
                <a:ea typeface="字由点字典黑 35J Italics"/>
                <a:cs typeface="字由点字典黑 35J Italics"/>
                <a:sym typeface="字由点字典黑 35J Italics"/>
              </a:rPr>
              <a:t> focuses on meal planning and grocery shopping, offering healthy recipes that cater to various dietary preferences. </a:t>
            </a:r>
          </a:p>
          <a:p>
            <a:pPr algn="l">
              <a:lnSpc>
                <a:spcPts val="3897"/>
              </a:lnSpc>
            </a:pPr>
            <a:endParaRPr lang="en-US" sz="2598" u="sng" dirty="0">
              <a:solidFill>
                <a:srgbClr val="404040"/>
              </a:solidFill>
              <a:latin typeface="字由点字典黑 35J Italics"/>
              <a:ea typeface="字由点字典黑 35J Italics"/>
              <a:cs typeface="字由点字典黑 35J Italics"/>
              <a:sym typeface="字由点字典黑 35J Italics"/>
            </a:endParaRPr>
          </a:p>
          <a:p>
            <a:pPr marL="0" lvl="0" indent="0" algn="l">
              <a:lnSpc>
                <a:spcPts val="3897"/>
              </a:lnSpc>
              <a:spcBef>
                <a:spcPct val="0"/>
              </a:spcBef>
            </a:pPr>
            <a:r>
              <a:rPr lang="en-US" sz="2598" u="sng" dirty="0">
                <a:solidFill>
                  <a:srgbClr val="404040"/>
                </a:solidFill>
                <a:latin typeface="字由点字典黑 35J Italics"/>
                <a:ea typeface="字由点字典黑 35J Italics"/>
                <a:cs typeface="字由点字典黑 35J Italics"/>
                <a:sym typeface="字由点字典黑 35J Italics"/>
              </a:rPr>
              <a:t>It creates personalized meal plans based on the user’s dietary restrictions and tastes.</a:t>
            </a:r>
          </a:p>
        </p:txBody>
      </p:sp>
    </p:spTree>
    <p:extLst>
      <p:ext uri="{BB962C8B-B14F-4D97-AF65-F5344CB8AC3E}">
        <p14:creationId xmlns:p14="http://schemas.microsoft.com/office/powerpoint/2010/main" val="430084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>
              <a:alphaModFix amt="40000"/>
            </a:blip>
            <a:srcRect t="8126" b="8126"/>
            <a:stretch>
              <a:fillRect/>
            </a:stretch>
          </p:blipFill>
          <p:spPr>
            <a:xfrm>
              <a:off x="0" y="0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16954208" y="8364092"/>
            <a:ext cx="85606" cy="85607"/>
            <a:chOff x="0" y="0"/>
            <a:chExt cx="114142" cy="11414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7125419" y="8364092"/>
            <a:ext cx="85606" cy="85607"/>
            <a:chOff x="0" y="0"/>
            <a:chExt cx="114142" cy="1141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7296630" y="8364092"/>
            <a:ext cx="85606" cy="85607"/>
            <a:chOff x="0" y="0"/>
            <a:chExt cx="114142" cy="11414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7467842" y="8364092"/>
            <a:ext cx="85606" cy="85607"/>
            <a:chOff x="0" y="0"/>
            <a:chExt cx="114142" cy="11414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6954208" y="8535303"/>
            <a:ext cx="85606" cy="85607"/>
            <a:chOff x="0" y="0"/>
            <a:chExt cx="114142" cy="11414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7125419" y="8535303"/>
            <a:ext cx="85606" cy="85607"/>
            <a:chOff x="0" y="0"/>
            <a:chExt cx="114142" cy="11414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7296630" y="8535303"/>
            <a:ext cx="85606" cy="85607"/>
            <a:chOff x="0" y="0"/>
            <a:chExt cx="114142" cy="11414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17467842" y="8535303"/>
            <a:ext cx="85606" cy="85607"/>
            <a:chOff x="0" y="0"/>
            <a:chExt cx="114142" cy="11414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16954208" y="8706515"/>
            <a:ext cx="85606" cy="85607"/>
            <a:chOff x="0" y="0"/>
            <a:chExt cx="114142" cy="11414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17125419" y="8706515"/>
            <a:ext cx="85606" cy="85607"/>
            <a:chOff x="0" y="0"/>
            <a:chExt cx="114142" cy="11414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7296630" y="8706515"/>
            <a:ext cx="85606" cy="85607"/>
            <a:chOff x="0" y="0"/>
            <a:chExt cx="114142" cy="11414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17467842" y="8706515"/>
            <a:ext cx="85606" cy="85607"/>
            <a:chOff x="0" y="0"/>
            <a:chExt cx="114142" cy="11414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16954208" y="8877726"/>
            <a:ext cx="85606" cy="85607"/>
            <a:chOff x="0" y="0"/>
            <a:chExt cx="114142" cy="11414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17125419" y="8877726"/>
            <a:ext cx="85606" cy="85607"/>
            <a:chOff x="0" y="0"/>
            <a:chExt cx="114142" cy="11414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17296630" y="8877726"/>
            <a:ext cx="85606" cy="85607"/>
            <a:chOff x="0" y="0"/>
            <a:chExt cx="114142" cy="11414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17467842" y="8877726"/>
            <a:ext cx="85606" cy="85607"/>
            <a:chOff x="0" y="0"/>
            <a:chExt cx="114142" cy="11414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16954208" y="9048937"/>
            <a:ext cx="85606" cy="85607"/>
            <a:chOff x="0" y="0"/>
            <a:chExt cx="114142" cy="11414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17125419" y="9048937"/>
            <a:ext cx="85606" cy="85607"/>
            <a:chOff x="0" y="0"/>
            <a:chExt cx="114142" cy="114142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17296630" y="9048937"/>
            <a:ext cx="85606" cy="85607"/>
            <a:chOff x="0" y="0"/>
            <a:chExt cx="114142" cy="114142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17467842" y="9048937"/>
            <a:ext cx="85606" cy="85607"/>
            <a:chOff x="0" y="0"/>
            <a:chExt cx="114142" cy="114142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16954208" y="9220149"/>
            <a:ext cx="85606" cy="85607"/>
            <a:chOff x="0" y="0"/>
            <a:chExt cx="114142" cy="11414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17125419" y="9220149"/>
            <a:ext cx="85606" cy="85607"/>
            <a:chOff x="0" y="0"/>
            <a:chExt cx="114142" cy="114142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8" name="Group 48"/>
          <p:cNvGrpSpPr/>
          <p:nvPr/>
        </p:nvGrpSpPr>
        <p:grpSpPr>
          <a:xfrm>
            <a:off x="17296630" y="9220149"/>
            <a:ext cx="85606" cy="85607"/>
            <a:chOff x="0" y="0"/>
            <a:chExt cx="114142" cy="114142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0" name="Group 50"/>
          <p:cNvGrpSpPr/>
          <p:nvPr/>
        </p:nvGrpSpPr>
        <p:grpSpPr>
          <a:xfrm>
            <a:off x="17467842" y="9220149"/>
            <a:ext cx="85606" cy="85607"/>
            <a:chOff x="0" y="0"/>
            <a:chExt cx="114142" cy="114142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2" name="Group 52"/>
          <p:cNvGrpSpPr/>
          <p:nvPr/>
        </p:nvGrpSpPr>
        <p:grpSpPr>
          <a:xfrm>
            <a:off x="16954208" y="9391360"/>
            <a:ext cx="85606" cy="85607"/>
            <a:chOff x="0" y="0"/>
            <a:chExt cx="114142" cy="114142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4" name="Group 54"/>
          <p:cNvGrpSpPr/>
          <p:nvPr/>
        </p:nvGrpSpPr>
        <p:grpSpPr>
          <a:xfrm>
            <a:off x="17125419" y="9391360"/>
            <a:ext cx="85606" cy="85607"/>
            <a:chOff x="0" y="0"/>
            <a:chExt cx="114142" cy="114142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6" name="Group 56"/>
          <p:cNvGrpSpPr/>
          <p:nvPr/>
        </p:nvGrpSpPr>
        <p:grpSpPr>
          <a:xfrm>
            <a:off x="17296630" y="9391360"/>
            <a:ext cx="85606" cy="85607"/>
            <a:chOff x="0" y="0"/>
            <a:chExt cx="114142" cy="114142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8" name="Group 58"/>
          <p:cNvGrpSpPr/>
          <p:nvPr/>
        </p:nvGrpSpPr>
        <p:grpSpPr>
          <a:xfrm>
            <a:off x="17467842" y="9391360"/>
            <a:ext cx="85606" cy="85607"/>
            <a:chOff x="0" y="0"/>
            <a:chExt cx="114142" cy="114142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2" name="TextBox 62"/>
          <p:cNvSpPr txBox="1"/>
          <p:nvPr/>
        </p:nvSpPr>
        <p:spPr>
          <a:xfrm>
            <a:off x="4114800" y="723900"/>
            <a:ext cx="10192808" cy="1038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99"/>
              </a:lnSpc>
            </a:pPr>
            <a:r>
              <a:rPr lang="en-US" sz="4999" b="1" spc="333" dirty="0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sym typeface="字由点字典黑 35J"/>
              </a:rPr>
              <a:t>The Chosen App: </a:t>
            </a:r>
            <a:r>
              <a:rPr lang="en-US" sz="4999" b="1" spc="333" dirty="0" err="1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sym typeface="字由点字典黑 35J"/>
              </a:rPr>
              <a:t>Kandean</a:t>
            </a:r>
            <a:endParaRPr lang="en-US" sz="4999" b="1" spc="333" dirty="0">
              <a:solidFill>
                <a:srgbClr val="000000"/>
              </a:solidFill>
              <a:latin typeface="Arial Black" panose="020B0A04020102020204" pitchFamily="34" charset="0"/>
              <a:ea typeface="字由点字典黑 35J"/>
              <a:sym typeface="字由点字典黑 35J"/>
            </a:endParaRPr>
          </a:p>
        </p:txBody>
      </p: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F8F4A346-65F5-19C5-D8B7-ADE3E63CF0C6}"/>
              </a:ext>
            </a:extLst>
          </p:cNvPr>
          <p:cNvGrpSpPr/>
          <p:nvPr/>
        </p:nvGrpSpPr>
        <p:grpSpPr>
          <a:xfrm>
            <a:off x="1047370" y="1866901"/>
            <a:ext cx="16631030" cy="5515921"/>
            <a:chOff x="1047370" y="1866901"/>
            <a:chExt cx="16631030" cy="5715000"/>
          </a:xfrm>
        </p:grpSpPr>
        <p:sp>
          <p:nvSpPr>
            <p:cNvPr id="60" name="Freeform 60"/>
            <p:cNvSpPr/>
            <p:nvPr/>
          </p:nvSpPr>
          <p:spPr>
            <a:xfrm>
              <a:off x="1047370" y="1866901"/>
              <a:ext cx="11544300" cy="5715000"/>
            </a:xfrm>
            <a:custGeom>
              <a:avLst/>
              <a:gdLst/>
              <a:ahLst/>
              <a:cxnLst/>
              <a:rect l="l" t="t" r="r" b="b"/>
              <a:pathLst>
                <a:path w="9356968" h="4532484">
                  <a:moveTo>
                    <a:pt x="0" y="0"/>
                  </a:moveTo>
                  <a:lnTo>
                    <a:pt x="9356968" y="0"/>
                  </a:lnTo>
                  <a:lnTo>
                    <a:pt x="9356968" y="4532484"/>
                  </a:lnTo>
                  <a:lnTo>
                    <a:pt x="0" y="45324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406" t="-15067" r="-3287" b="-19746"/>
              </a:stretch>
            </a:blipFill>
          </p:spPr>
        </p: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5DD7F8C6-B759-1413-F7A7-7B0788571358}"/>
                </a:ext>
              </a:extLst>
            </p:cNvPr>
            <p:cNvSpPr txBox="1"/>
            <p:nvPr/>
          </p:nvSpPr>
          <p:spPr>
            <a:xfrm>
              <a:off x="12877800" y="2785409"/>
              <a:ext cx="4800600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2400" dirty="0"/>
                <a:t>A beautiful UI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2400" dirty="0"/>
                <a:t>Share recipes like Instagram, you can like and comment, and receive notifications when someone like</a:t>
              </a:r>
              <a:r>
                <a:rPr lang="en-US" altLang="zh-CN" sz="2400" dirty="0"/>
                <a:t>s</a:t>
              </a:r>
              <a:r>
                <a:rPr lang="en-GB" sz="2400" dirty="0"/>
                <a:t> or comments on your post</a:t>
              </a:r>
            </a:p>
          </p:txBody>
        </p:sp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619AF5DC-9159-B128-7169-9F6BF5BD2498}"/>
              </a:ext>
            </a:extLst>
          </p:cNvPr>
          <p:cNvGrpSpPr/>
          <p:nvPr/>
        </p:nvGrpSpPr>
        <p:grpSpPr>
          <a:xfrm>
            <a:off x="1681042" y="4991100"/>
            <a:ext cx="15187583" cy="5139873"/>
            <a:chOff x="1681042" y="4991100"/>
            <a:chExt cx="15187583" cy="5139873"/>
          </a:xfrm>
        </p:grpSpPr>
        <p:sp>
          <p:nvSpPr>
            <p:cNvPr id="61" name="Freeform 61"/>
            <p:cNvSpPr/>
            <p:nvPr/>
          </p:nvSpPr>
          <p:spPr>
            <a:xfrm>
              <a:off x="6819520" y="4991100"/>
              <a:ext cx="10049105" cy="4857437"/>
            </a:xfrm>
            <a:custGeom>
              <a:avLst/>
              <a:gdLst/>
              <a:ahLst/>
              <a:cxnLst/>
              <a:rect l="l" t="t" r="r" b="b"/>
              <a:pathLst>
                <a:path w="8922793" h="4333467">
                  <a:moveTo>
                    <a:pt x="0" y="0"/>
                  </a:moveTo>
                  <a:lnTo>
                    <a:pt x="8922793" y="0"/>
                  </a:lnTo>
                  <a:lnTo>
                    <a:pt x="8922793" y="4333467"/>
                  </a:lnTo>
                  <a:lnTo>
                    <a:pt x="0" y="43334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392" t="-18410" r="-4625" b="-20320"/>
              </a:stretch>
            </a:blipFill>
          </p:spPr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0EFE8DBA-7F7B-E8C7-E27B-11EA8D3CD662}"/>
                </a:ext>
              </a:extLst>
            </p:cNvPr>
            <p:cNvSpPr txBox="1"/>
            <p:nvPr/>
          </p:nvSpPr>
          <p:spPr>
            <a:xfrm>
              <a:off x="1681042" y="7453317"/>
              <a:ext cx="4867515" cy="2677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2400" dirty="0"/>
                <a:t>Edit </a:t>
              </a:r>
              <a:r>
                <a:rPr lang="en-US" altLang="zh-CN" sz="2400" dirty="0"/>
                <a:t>your own </a:t>
              </a:r>
              <a:r>
                <a:rPr lang="en-GB" sz="2400" dirty="0"/>
                <a:t>recipes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2400" dirty="0"/>
                <a:t>Search recipes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2400" dirty="0"/>
                <a:t>Suggest the trending recipes or popular categories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2400" dirty="0"/>
                <a:t>Support QR Code scanning to find recipes and user accounts</a:t>
              </a:r>
            </a:p>
            <a:p>
              <a:endParaRPr lang="en-GB" sz="24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4674" y="0"/>
            <a:ext cx="18288000" cy="10287000"/>
            <a:chOff x="0" y="0"/>
            <a:chExt cx="24384000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>
              <a:alphaModFix amt="55000"/>
            </a:blip>
            <a:srcRect/>
            <a:stretch>
              <a:fillRect/>
            </a:stretch>
          </p:blipFill>
          <p:spPr>
            <a:xfrm>
              <a:off x="0" y="0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16954208" y="8364092"/>
            <a:ext cx="85606" cy="85607"/>
            <a:chOff x="0" y="0"/>
            <a:chExt cx="114142" cy="11414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7125419" y="8364092"/>
            <a:ext cx="85606" cy="85607"/>
            <a:chOff x="0" y="0"/>
            <a:chExt cx="114142" cy="1141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7296630" y="8364092"/>
            <a:ext cx="85606" cy="85607"/>
            <a:chOff x="0" y="0"/>
            <a:chExt cx="114142" cy="11414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7467842" y="8364092"/>
            <a:ext cx="85606" cy="85607"/>
            <a:chOff x="0" y="0"/>
            <a:chExt cx="114142" cy="11414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6954208" y="8535303"/>
            <a:ext cx="85606" cy="85607"/>
            <a:chOff x="0" y="0"/>
            <a:chExt cx="114142" cy="11414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7125419" y="8535303"/>
            <a:ext cx="85606" cy="85607"/>
            <a:chOff x="0" y="0"/>
            <a:chExt cx="114142" cy="11414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7296630" y="8535303"/>
            <a:ext cx="85606" cy="85607"/>
            <a:chOff x="0" y="0"/>
            <a:chExt cx="114142" cy="11414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17467842" y="8535303"/>
            <a:ext cx="85606" cy="85607"/>
            <a:chOff x="0" y="0"/>
            <a:chExt cx="114142" cy="11414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16954208" y="8706515"/>
            <a:ext cx="85606" cy="85607"/>
            <a:chOff x="0" y="0"/>
            <a:chExt cx="114142" cy="11414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17125419" y="8706515"/>
            <a:ext cx="85606" cy="85607"/>
            <a:chOff x="0" y="0"/>
            <a:chExt cx="114142" cy="11414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7296630" y="8706515"/>
            <a:ext cx="85606" cy="85607"/>
            <a:chOff x="0" y="0"/>
            <a:chExt cx="114142" cy="11414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17467842" y="8706515"/>
            <a:ext cx="85606" cy="85607"/>
            <a:chOff x="0" y="0"/>
            <a:chExt cx="114142" cy="11414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16954208" y="8877726"/>
            <a:ext cx="85606" cy="85607"/>
            <a:chOff x="0" y="0"/>
            <a:chExt cx="114142" cy="11414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17125419" y="8877726"/>
            <a:ext cx="85606" cy="85607"/>
            <a:chOff x="0" y="0"/>
            <a:chExt cx="114142" cy="11414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17296630" y="8877726"/>
            <a:ext cx="85606" cy="85607"/>
            <a:chOff x="0" y="0"/>
            <a:chExt cx="114142" cy="11414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17467842" y="8877726"/>
            <a:ext cx="85606" cy="85607"/>
            <a:chOff x="0" y="0"/>
            <a:chExt cx="114142" cy="11414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16954208" y="9048937"/>
            <a:ext cx="85606" cy="85607"/>
            <a:chOff x="0" y="0"/>
            <a:chExt cx="114142" cy="11414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17125419" y="9048937"/>
            <a:ext cx="85606" cy="85607"/>
            <a:chOff x="0" y="0"/>
            <a:chExt cx="114142" cy="114142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17296630" y="9048937"/>
            <a:ext cx="85606" cy="85607"/>
            <a:chOff x="0" y="0"/>
            <a:chExt cx="114142" cy="114142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17467842" y="9048937"/>
            <a:ext cx="85606" cy="85607"/>
            <a:chOff x="0" y="0"/>
            <a:chExt cx="114142" cy="114142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16954208" y="9220149"/>
            <a:ext cx="85606" cy="85607"/>
            <a:chOff x="0" y="0"/>
            <a:chExt cx="114142" cy="11414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17125419" y="9220149"/>
            <a:ext cx="85606" cy="85607"/>
            <a:chOff x="0" y="0"/>
            <a:chExt cx="114142" cy="114142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8" name="Group 48"/>
          <p:cNvGrpSpPr/>
          <p:nvPr/>
        </p:nvGrpSpPr>
        <p:grpSpPr>
          <a:xfrm>
            <a:off x="17296630" y="9220149"/>
            <a:ext cx="85606" cy="85607"/>
            <a:chOff x="0" y="0"/>
            <a:chExt cx="114142" cy="114142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0" name="Group 50"/>
          <p:cNvGrpSpPr/>
          <p:nvPr/>
        </p:nvGrpSpPr>
        <p:grpSpPr>
          <a:xfrm>
            <a:off x="17467842" y="9220149"/>
            <a:ext cx="85606" cy="85607"/>
            <a:chOff x="0" y="0"/>
            <a:chExt cx="114142" cy="114142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2" name="Group 52"/>
          <p:cNvGrpSpPr/>
          <p:nvPr/>
        </p:nvGrpSpPr>
        <p:grpSpPr>
          <a:xfrm>
            <a:off x="16954208" y="9391360"/>
            <a:ext cx="85606" cy="85607"/>
            <a:chOff x="0" y="0"/>
            <a:chExt cx="114142" cy="114142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4" name="Group 54"/>
          <p:cNvGrpSpPr/>
          <p:nvPr/>
        </p:nvGrpSpPr>
        <p:grpSpPr>
          <a:xfrm>
            <a:off x="17125419" y="9391360"/>
            <a:ext cx="85606" cy="85607"/>
            <a:chOff x="0" y="0"/>
            <a:chExt cx="114142" cy="114142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6" name="Group 56"/>
          <p:cNvGrpSpPr/>
          <p:nvPr/>
        </p:nvGrpSpPr>
        <p:grpSpPr>
          <a:xfrm>
            <a:off x="17296630" y="9391360"/>
            <a:ext cx="85606" cy="85607"/>
            <a:chOff x="0" y="0"/>
            <a:chExt cx="114142" cy="114142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8" name="Group 58"/>
          <p:cNvGrpSpPr/>
          <p:nvPr/>
        </p:nvGrpSpPr>
        <p:grpSpPr>
          <a:xfrm>
            <a:off x="17467842" y="9391360"/>
            <a:ext cx="85606" cy="85607"/>
            <a:chOff x="0" y="0"/>
            <a:chExt cx="114142" cy="114142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14173" cy="114173"/>
            </a:xfrm>
            <a:custGeom>
              <a:avLst/>
              <a:gdLst/>
              <a:ahLst/>
              <a:cxnLst/>
              <a:rect l="l" t="t" r="r" b="b"/>
              <a:pathLst>
                <a:path w="114173" h="114173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cubicBezTo>
                    <a:pt x="88519" y="0"/>
                    <a:pt x="114173" y="25527"/>
                    <a:pt x="114173" y="57023"/>
                  </a:cubicBezTo>
                  <a:cubicBezTo>
                    <a:pt x="114173" y="88519"/>
                    <a:pt x="88646" y="114173"/>
                    <a:pt x="57023" y="114173"/>
                  </a:cubicBezTo>
                  <a:cubicBezTo>
                    <a:pt x="25400" y="114173"/>
                    <a:pt x="0" y="88646"/>
                    <a:pt x="0" y="570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0" name="Group 60"/>
          <p:cNvGrpSpPr/>
          <p:nvPr/>
        </p:nvGrpSpPr>
        <p:grpSpPr>
          <a:xfrm>
            <a:off x="1364274" y="1267835"/>
            <a:ext cx="335574" cy="335574"/>
            <a:chOff x="0" y="0"/>
            <a:chExt cx="447432" cy="447432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447548" cy="447548"/>
            </a:xfrm>
            <a:custGeom>
              <a:avLst/>
              <a:gdLst/>
              <a:ahLst/>
              <a:cxnLst/>
              <a:rect l="l" t="t" r="r" b="b"/>
              <a:pathLst>
                <a:path w="447548" h="447548">
                  <a:moveTo>
                    <a:pt x="0" y="223774"/>
                  </a:moveTo>
                  <a:cubicBezTo>
                    <a:pt x="123571" y="223774"/>
                    <a:pt x="223774" y="123571"/>
                    <a:pt x="223774" y="0"/>
                  </a:cubicBezTo>
                  <a:cubicBezTo>
                    <a:pt x="223774" y="123571"/>
                    <a:pt x="323977" y="223774"/>
                    <a:pt x="447548" y="223774"/>
                  </a:cubicBezTo>
                  <a:cubicBezTo>
                    <a:pt x="323977" y="223774"/>
                    <a:pt x="223774" y="323977"/>
                    <a:pt x="223774" y="447548"/>
                  </a:cubicBezTo>
                  <a:cubicBezTo>
                    <a:pt x="223774" y="323850"/>
                    <a:pt x="123571" y="223774"/>
                    <a:pt x="0" y="223774"/>
                  </a:cubicBezTo>
                  <a:close/>
                </a:path>
              </a:pathLst>
            </a:custGeom>
            <a:solidFill>
              <a:srgbClr val="373737"/>
            </a:solidFill>
          </p:spPr>
        </p:sp>
      </p:grp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9560A555-4FB4-DC15-9EF8-9F43B330BB05}"/>
              </a:ext>
            </a:extLst>
          </p:cNvPr>
          <p:cNvGrpSpPr/>
          <p:nvPr/>
        </p:nvGrpSpPr>
        <p:grpSpPr>
          <a:xfrm>
            <a:off x="1472881" y="5793490"/>
            <a:ext cx="3159888" cy="2158775"/>
            <a:chOff x="1472881" y="5793490"/>
            <a:chExt cx="3159888" cy="2158775"/>
          </a:xfrm>
        </p:grpSpPr>
        <p:sp>
          <p:nvSpPr>
            <p:cNvPr id="62" name="Freeform 62"/>
            <p:cNvSpPr/>
            <p:nvPr/>
          </p:nvSpPr>
          <p:spPr>
            <a:xfrm>
              <a:off x="2622740" y="5793490"/>
              <a:ext cx="860191" cy="860191"/>
            </a:xfrm>
            <a:custGeom>
              <a:avLst/>
              <a:gdLst/>
              <a:ahLst/>
              <a:cxnLst/>
              <a:rect l="l" t="t" r="r" b="b"/>
              <a:pathLst>
                <a:path w="860191" h="860191">
                  <a:moveTo>
                    <a:pt x="0" y="0"/>
                  </a:moveTo>
                  <a:lnTo>
                    <a:pt x="860191" y="0"/>
                  </a:lnTo>
                  <a:lnTo>
                    <a:pt x="860191" y="860191"/>
                  </a:lnTo>
                  <a:lnTo>
                    <a:pt x="0" y="8601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1472881" y="6849399"/>
              <a:ext cx="3159888" cy="110286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320"/>
                </a:lnSpc>
              </a:pPr>
              <a:r>
                <a:rPr lang="en-US" sz="3600" dirty="0">
                  <a:solidFill>
                    <a:srgbClr val="000000"/>
                  </a:solidFill>
                  <a:latin typeface="字由点字典黑 75J"/>
                  <a:ea typeface="字由点字典黑 75J"/>
                  <a:cs typeface="字由点字典黑 75J"/>
                  <a:sym typeface="字由点字典黑 75J"/>
                </a:rPr>
                <a:t>ALPHA</a:t>
              </a:r>
            </a:p>
            <a:p>
              <a:pPr algn="ctr">
                <a:lnSpc>
                  <a:spcPts val="4320"/>
                </a:lnSpc>
              </a:pPr>
              <a:r>
                <a:rPr lang="en-US" sz="3600" dirty="0">
                  <a:solidFill>
                    <a:srgbClr val="000000"/>
                  </a:solidFill>
                  <a:latin typeface="字由点字典黑 75J"/>
                  <a:ea typeface="字由点字典黑 75J"/>
                  <a:cs typeface="字由点字典黑 75J"/>
                  <a:sym typeface="字由点字典黑 75J"/>
                </a:rPr>
                <a:t>SUBMISSION</a:t>
              </a:r>
            </a:p>
          </p:txBody>
        </p:sp>
      </p:grpSp>
      <p:sp>
        <p:nvSpPr>
          <p:cNvPr id="64" name="Freeform 64"/>
          <p:cNvSpPr/>
          <p:nvPr/>
        </p:nvSpPr>
        <p:spPr>
          <a:xfrm>
            <a:off x="8711456" y="2926694"/>
            <a:ext cx="860191" cy="860191"/>
          </a:xfrm>
          <a:custGeom>
            <a:avLst/>
            <a:gdLst/>
            <a:ahLst/>
            <a:cxnLst/>
            <a:rect l="l" t="t" r="r" b="b"/>
            <a:pathLst>
              <a:path w="860191" h="860191">
                <a:moveTo>
                  <a:pt x="0" y="0"/>
                </a:moveTo>
                <a:lnTo>
                  <a:pt x="860191" y="0"/>
                </a:lnTo>
                <a:lnTo>
                  <a:pt x="860191" y="860191"/>
                </a:lnTo>
                <a:lnTo>
                  <a:pt x="0" y="8601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6" name="Freeform 66"/>
          <p:cNvSpPr/>
          <p:nvPr/>
        </p:nvSpPr>
        <p:spPr>
          <a:xfrm>
            <a:off x="14352231" y="5793490"/>
            <a:ext cx="890970" cy="860191"/>
          </a:xfrm>
          <a:custGeom>
            <a:avLst/>
            <a:gdLst/>
            <a:ahLst/>
            <a:cxnLst/>
            <a:rect l="l" t="t" r="r" b="b"/>
            <a:pathLst>
              <a:path w="890970" h="860191">
                <a:moveTo>
                  <a:pt x="0" y="0"/>
                </a:moveTo>
                <a:lnTo>
                  <a:pt x="890970" y="0"/>
                </a:lnTo>
                <a:lnTo>
                  <a:pt x="890970" y="860191"/>
                </a:lnTo>
                <a:lnTo>
                  <a:pt x="0" y="8601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7" name="TextBox 67"/>
          <p:cNvSpPr txBox="1"/>
          <p:nvPr/>
        </p:nvSpPr>
        <p:spPr>
          <a:xfrm>
            <a:off x="1790700" y="1067129"/>
            <a:ext cx="5698285" cy="743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759"/>
              </a:lnSpc>
            </a:pPr>
            <a:r>
              <a:rPr lang="en-US" sz="4999" b="1" spc="333" dirty="0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sym typeface="字由点字典黑 75J"/>
              </a:rPr>
              <a:t>Timeline</a:t>
            </a:r>
          </a:p>
        </p:txBody>
      </p:sp>
      <p:sp>
        <p:nvSpPr>
          <p:cNvPr id="68" name="AutoShape 68"/>
          <p:cNvSpPr/>
          <p:nvPr/>
        </p:nvSpPr>
        <p:spPr>
          <a:xfrm>
            <a:off x="1028700" y="5305425"/>
            <a:ext cx="16524748" cy="0"/>
          </a:xfrm>
          <a:prstGeom prst="line">
            <a:avLst/>
          </a:prstGeom>
          <a:ln w="19050" cap="rnd">
            <a:solidFill>
              <a:srgbClr val="04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9" name="Group 69"/>
          <p:cNvGrpSpPr/>
          <p:nvPr/>
        </p:nvGrpSpPr>
        <p:grpSpPr>
          <a:xfrm>
            <a:off x="8995085" y="5171907"/>
            <a:ext cx="292955" cy="292955"/>
            <a:chOff x="0" y="0"/>
            <a:chExt cx="847022" cy="847022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846963" cy="846963"/>
            </a:xfrm>
            <a:custGeom>
              <a:avLst/>
              <a:gdLst/>
              <a:ahLst/>
              <a:cxnLst/>
              <a:rect l="l" t="t" r="r" b="b"/>
              <a:pathLst>
                <a:path w="846963" h="846963">
                  <a:moveTo>
                    <a:pt x="0" y="423545"/>
                  </a:moveTo>
                  <a:lnTo>
                    <a:pt x="423545" y="0"/>
                  </a:lnTo>
                  <a:lnTo>
                    <a:pt x="846963" y="423545"/>
                  </a:lnTo>
                  <a:lnTo>
                    <a:pt x="423545" y="846963"/>
                  </a:lnTo>
                  <a:close/>
                </a:path>
              </a:pathLst>
            </a:custGeom>
            <a:solidFill>
              <a:srgbClr val="040000"/>
            </a:solidFill>
          </p:spPr>
        </p:sp>
      </p:grpSp>
      <p:grpSp>
        <p:nvGrpSpPr>
          <p:cNvPr id="71" name="Group 71"/>
          <p:cNvGrpSpPr/>
          <p:nvPr/>
        </p:nvGrpSpPr>
        <p:grpSpPr>
          <a:xfrm>
            <a:off x="2906358" y="5158948"/>
            <a:ext cx="292955" cy="292955"/>
            <a:chOff x="0" y="0"/>
            <a:chExt cx="847022" cy="847022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846963" cy="846963"/>
            </a:xfrm>
            <a:custGeom>
              <a:avLst/>
              <a:gdLst/>
              <a:ahLst/>
              <a:cxnLst/>
              <a:rect l="l" t="t" r="r" b="b"/>
              <a:pathLst>
                <a:path w="846963" h="846963">
                  <a:moveTo>
                    <a:pt x="0" y="423545"/>
                  </a:moveTo>
                  <a:lnTo>
                    <a:pt x="423545" y="0"/>
                  </a:lnTo>
                  <a:lnTo>
                    <a:pt x="846963" y="423545"/>
                  </a:lnTo>
                  <a:lnTo>
                    <a:pt x="423545" y="846963"/>
                  </a:lnTo>
                  <a:close/>
                </a:path>
              </a:pathLst>
            </a:custGeom>
            <a:solidFill>
              <a:srgbClr val="040000"/>
            </a:solidFill>
          </p:spPr>
        </p:sp>
      </p:grpSp>
      <p:grpSp>
        <p:nvGrpSpPr>
          <p:cNvPr id="75" name="Group 75"/>
          <p:cNvGrpSpPr/>
          <p:nvPr/>
        </p:nvGrpSpPr>
        <p:grpSpPr>
          <a:xfrm>
            <a:off x="14651249" y="5171907"/>
            <a:ext cx="292955" cy="292955"/>
            <a:chOff x="0" y="0"/>
            <a:chExt cx="847022" cy="847022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846963" cy="846963"/>
            </a:xfrm>
            <a:custGeom>
              <a:avLst/>
              <a:gdLst/>
              <a:ahLst/>
              <a:cxnLst/>
              <a:rect l="l" t="t" r="r" b="b"/>
              <a:pathLst>
                <a:path w="846963" h="846963">
                  <a:moveTo>
                    <a:pt x="0" y="423545"/>
                  </a:moveTo>
                  <a:lnTo>
                    <a:pt x="423545" y="0"/>
                  </a:lnTo>
                  <a:lnTo>
                    <a:pt x="846963" y="423545"/>
                  </a:lnTo>
                  <a:lnTo>
                    <a:pt x="423545" y="846963"/>
                  </a:lnTo>
                  <a:close/>
                </a:path>
              </a:pathLst>
            </a:custGeom>
            <a:solidFill>
              <a:srgbClr val="040000"/>
            </a:solidFill>
          </p:spPr>
        </p:sp>
      </p:grpSp>
      <p:sp>
        <p:nvSpPr>
          <p:cNvPr id="77" name="TextBox 77"/>
          <p:cNvSpPr txBox="1"/>
          <p:nvPr/>
        </p:nvSpPr>
        <p:spPr>
          <a:xfrm>
            <a:off x="1364274" y="3551354"/>
            <a:ext cx="3647528" cy="13430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000" b="1" spc="133" dirty="0">
                <a:solidFill>
                  <a:srgbClr val="000000"/>
                </a:solidFill>
                <a:latin typeface="字由点字典黑 35J"/>
                <a:ea typeface="字由点字典黑 35J"/>
                <a:cs typeface="字由点字典黑 35J"/>
                <a:sym typeface="字由点字典黑 35J"/>
              </a:rPr>
              <a:t>Set up the new basic pages and layout of the digital fridge page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2452859" y="1810020"/>
            <a:ext cx="4424221" cy="3187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altLang="zh-CN" sz="2000" b="1" spc="133" dirty="0">
                <a:solidFill>
                  <a:srgbClr val="000000"/>
                </a:solidFill>
                <a:latin typeface="字由点字典黑 35J"/>
                <a:ea typeface="字由点字典黑 35J"/>
                <a:cs typeface="字由点字典黑 35J"/>
                <a:sym typeface="字由点字典黑 35J"/>
              </a:rPr>
              <a:t>Add an image-recognition API that enables users to scan items to add new items automatically, and add new shopping list pages which enable users to auto-create shopping list when lacking ingredients.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7317788" y="3949866"/>
            <a:ext cx="3647528" cy="1102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altLang="zh-CN" sz="3600" dirty="0">
                <a:solidFill>
                  <a:srgbClr val="000000"/>
                </a:solidFill>
                <a:latin typeface="字由点字典黑 75J"/>
                <a:ea typeface="字由点字典黑 75J"/>
                <a:cs typeface="字由点字典黑 75J"/>
                <a:sym typeface="字由点字典黑 75J"/>
              </a:rPr>
              <a:t>BETA</a:t>
            </a:r>
          </a:p>
          <a:p>
            <a:pPr algn="ctr">
              <a:lnSpc>
                <a:spcPts val="4320"/>
              </a:lnSpc>
            </a:pPr>
            <a:r>
              <a:rPr lang="en-US" altLang="zh-CN" sz="3600" dirty="0">
                <a:solidFill>
                  <a:srgbClr val="000000"/>
                </a:solidFill>
                <a:latin typeface="字由点字典黑 75J"/>
                <a:ea typeface="字由点字典黑 75J"/>
                <a:cs typeface="字由点字典黑 75J"/>
                <a:sym typeface="字由点字典黑 75J"/>
              </a:rPr>
              <a:t>SUBMISSION</a:t>
            </a:r>
          </a:p>
        </p:txBody>
      </p:sp>
      <p:sp>
        <p:nvSpPr>
          <p:cNvPr id="84" name="Freeform 28">
            <a:extLst>
              <a:ext uri="{FF2B5EF4-FFF2-40B4-BE49-F238E27FC236}">
                <a16:creationId xmlns:a16="http://schemas.microsoft.com/office/drawing/2014/main" id="{AB2F3649-7BE0-5981-A438-5083BBFCA784}"/>
              </a:ext>
            </a:extLst>
          </p:cNvPr>
          <p:cNvSpPr/>
          <p:nvPr/>
        </p:nvSpPr>
        <p:spPr>
          <a:xfrm rot="736078">
            <a:off x="15400947" y="4785827"/>
            <a:ext cx="1106465" cy="1065095"/>
          </a:xfrm>
          <a:custGeom>
            <a:avLst/>
            <a:gdLst/>
            <a:ahLst/>
            <a:cxnLst/>
            <a:rect l="l" t="t" r="r" b="b"/>
            <a:pathLst>
              <a:path w="963180" h="915952">
                <a:moveTo>
                  <a:pt x="0" y="0"/>
                </a:moveTo>
                <a:lnTo>
                  <a:pt x="963180" y="0"/>
                </a:lnTo>
                <a:lnTo>
                  <a:pt x="963180" y="915952"/>
                </a:lnTo>
                <a:lnTo>
                  <a:pt x="0" y="91595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zh-CN" altLang="en-US" dirty="0"/>
          </a:p>
        </p:txBody>
      </p:sp>
      <p:sp>
        <p:nvSpPr>
          <p:cNvPr id="86" name="TextBox 81">
            <a:extLst>
              <a:ext uri="{FF2B5EF4-FFF2-40B4-BE49-F238E27FC236}">
                <a16:creationId xmlns:a16="http://schemas.microsoft.com/office/drawing/2014/main" id="{50BBEB56-078C-ACB3-53D5-59BF9E6C1333}"/>
              </a:ext>
            </a:extLst>
          </p:cNvPr>
          <p:cNvSpPr txBox="1"/>
          <p:nvPr/>
        </p:nvSpPr>
        <p:spPr>
          <a:xfrm>
            <a:off x="12973952" y="6848314"/>
            <a:ext cx="3647528" cy="1102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altLang="zh-CN" sz="3600" dirty="0">
                <a:solidFill>
                  <a:srgbClr val="000000"/>
                </a:solidFill>
                <a:latin typeface="字由点字典黑 75J"/>
                <a:ea typeface="字由点字典黑 75J"/>
                <a:cs typeface="字由点字典黑 75J"/>
                <a:sym typeface="字由点字典黑 75J"/>
              </a:rPr>
              <a:t>FINAL</a:t>
            </a:r>
          </a:p>
          <a:p>
            <a:pPr algn="ctr">
              <a:lnSpc>
                <a:spcPts val="4320"/>
              </a:lnSpc>
            </a:pPr>
            <a:r>
              <a:rPr lang="en-US" altLang="zh-CN" sz="3600" dirty="0">
                <a:solidFill>
                  <a:srgbClr val="000000"/>
                </a:solidFill>
                <a:latin typeface="字由点字典黑 75J"/>
                <a:ea typeface="字由点字典黑 75J"/>
                <a:cs typeface="字由点字典黑 75J"/>
                <a:sym typeface="字由点字典黑 75J"/>
              </a:rPr>
              <a:t>SUBMISSION</a:t>
            </a:r>
          </a:p>
        </p:txBody>
      </p:sp>
      <p:sp>
        <p:nvSpPr>
          <p:cNvPr id="87" name="TextBox 80">
            <a:extLst>
              <a:ext uri="{FF2B5EF4-FFF2-40B4-BE49-F238E27FC236}">
                <a16:creationId xmlns:a16="http://schemas.microsoft.com/office/drawing/2014/main" id="{B5D10598-3DDF-E4A1-5A06-1188127E5CB9}"/>
              </a:ext>
            </a:extLst>
          </p:cNvPr>
          <p:cNvSpPr txBox="1"/>
          <p:nvPr/>
        </p:nvSpPr>
        <p:spPr>
          <a:xfrm>
            <a:off x="6966564" y="5709269"/>
            <a:ext cx="4996836" cy="13406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altLang="zh-CN" sz="2000" b="1" spc="133" dirty="0">
                <a:solidFill>
                  <a:srgbClr val="000000"/>
                </a:solidFill>
                <a:latin typeface="字由点字典黑 35J"/>
                <a:ea typeface="字由点字典黑 35J"/>
                <a:cs typeface="字由点字典黑 35J"/>
                <a:sym typeface="字由点字典黑 35J"/>
              </a:rPr>
              <a:t> Automatically decrease the quantity of an ingredient in the digital fridge when it is used in a recipe.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E5EB8-1C43-B25B-299E-BAD2B2ADD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F9C3780-B0BC-5CAB-147F-7BD31C8DFC6B}"/>
              </a:ext>
            </a:extLst>
          </p:cNvPr>
          <p:cNvGrpSpPr/>
          <p:nvPr/>
        </p:nvGrpSpPr>
        <p:grpSpPr>
          <a:xfrm>
            <a:off x="0" y="5032"/>
            <a:ext cx="18288000" cy="10287000"/>
            <a:chOff x="-13238003" y="955899"/>
            <a:chExt cx="24384000" cy="13716000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B98ED286-381D-B178-60F7-62958F85BF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5000"/>
            </a:blip>
            <a:srcRect/>
            <a:stretch>
              <a:fillRect/>
            </a:stretch>
          </p:blipFill>
          <p:spPr>
            <a:xfrm>
              <a:off x="-13238003" y="955899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1C9ECAB7-B89A-9640-EEBC-EDF6FFE133ED}"/>
              </a:ext>
            </a:extLst>
          </p:cNvPr>
          <p:cNvGrpSpPr/>
          <p:nvPr/>
        </p:nvGrpSpPr>
        <p:grpSpPr>
          <a:xfrm>
            <a:off x="990600" y="1333500"/>
            <a:ext cx="16306800" cy="8073877"/>
            <a:chOff x="1364274" y="1067129"/>
            <a:chExt cx="8910467" cy="8073877"/>
          </a:xfrm>
        </p:grpSpPr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712A149D-025A-A868-A102-F52F4A40A0C9}"/>
                </a:ext>
              </a:extLst>
            </p:cNvPr>
            <p:cNvGrpSpPr/>
            <p:nvPr/>
          </p:nvGrpSpPr>
          <p:grpSpPr>
            <a:xfrm>
              <a:off x="1364274" y="1267835"/>
              <a:ext cx="335574" cy="335574"/>
              <a:chOff x="0" y="0"/>
              <a:chExt cx="447432" cy="447432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89E70A69-0B40-67BF-C069-4B6DE3CBAB97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228F9960-CA54-AB3E-E6BC-52DF3C9148AD}"/>
                </a:ext>
              </a:extLst>
            </p:cNvPr>
            <p:cNvSpPr txBox="1"/>
            <p:nvPr/>
          </p:nvSpPr>
          <p:spPr>
            <a:xfrm>
              <a:off x="1790700" y="1067129"/>
              <a:ext cx="8484041" cy="807387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5759"/>
                </a:lnSpc>
              </a:pPr>
              <a:r>
                <a:rPr lang="en-US" sz="4999" b="1" spc="333" dirty="0">
                  <a:solidFill>
                    <a:srgbClr val="000000"/>
                  </a:solidFill>
                  <a:latin typeface="Arial Black" panose="020B0A04020102020204" pitchFamily="34" charset="0"/>
                  <a:ea typeface="字由点字典黑 35J"/>
                  <a:sym typeface="字由点字典黑 75J"/>
                </a:rPr>
                <a:t>F</a:t>
              </a:r>
              <a:r>
                <a:rPr lang="en-US" altLang="zh-CN" sz="4999" b="1" spc="333" dirty="0">
                  <a:solidFill>
                    <a:srgbClr val="000000"/>
                  </a:solidFill>
                  <a:latin typeface="Arial Black" panose="020B0A04020102020204" pitchFamily="34" charset="0"/>
                  <a:ea typeface="字由点字典黑 35J"/>
                  <a:sym typeface="字由点字典黑 75J"/>
                </a:rPr>
                <a:t>unction Achieved 1: </a:t>
              </a:r>
            </a:p>
            <a:p>
              <a:pPr algn="r">
                <a:lnSpc>
                  <a:spcPts val="5759"/>
                </a:lnSpc>
              </a:pPr>
              <a:r>
                <a:rPr lang="en-US" altLang="zh-CN" sz="4999" b="1" spc="333" dirty="0">
                  <a:solidFill>
                    <a:srgbClr val="000000"/>
                  </a:solidFill>
                  <a:latin typeface="Arial Black" panose="020B0A04020102020204" pitchFamily="34" charset="0"/>
                  <a:ea typeface="字由点字典黑 35J"/>
                </a:rPr>
                <a:t>AI-supported Image Recognition </a:t>
              </a:r>
              <a:endParaRPr lang="en-US" altLang="zh-CN" sz="4999" b="1" i="1" spc="333" dirty="0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cs typeface="Arial" panose="020B0604020202020204" pitchFamily="34" charset="0"/>
                <a:sym typeface="字由点字典黑 75J"/>
              </a:endParaRPr>
            </a:p>
            <a:p>
              <a:pPr algn="l"/>
              <a:endParaRPr lang="en-US" altLang="zh-CN" sz="5400" dirty="0">
                <a:latin typeface="D-DINExp"/>
              </a:endParaRPr>
            </a:p>
            <a:p>
              <a:pPr algn="l"/>
              <a:r>
                <a:rPr lang="en-US" altLang="zh-CN" sz="5400" b="0" i="0" dirty="0">
                  <a:effectLst/>
                  <a:latin typeface="D-DINExp"/>
                </a:rPr>
                <a:t>Complete the scan item function by introducing the image-recognition technique</a:t>
              </a:r>
              <a:r>
                <a:rPr lang="en-US" altLang="zh-CN" sz="5400" dirty="0">
                  <a:latin typeface="D-DINExp"/>
                </a:rPr>
                <a:t> to automatically add new item to the digital fridge.</a:t>
              </a:r>
            </a:p>
            <a:p>
              <a:pPr algn="l"/>
              <a:endParaRPr lang="en-US" altLang="zh-CN" sz="5400" dirty="0">
                <a:latin typeface="D-DINExp"/>
              </a:endParaRPr>
            </a:p>
            <a:p>
              <a:pPr algn="l"/>
              <a:r>
                <a:rPr lang="en-US" altLang="zh-CN" sz="5400" b="1" dirty="0">
                  <a:latin typeface="Copperplate Gothic Bold" panose="020E0705020206020404" pitchFamily="34" charset="0"/>
                </a:rPr>
                <a:t>EXTERNAL RESOURCE USED: </a:t>
              </a:r>
            </a:p>
            <a:p>
              <a:pPr algn="l"/>
              <a:r>
                <a:rPr lang="en-US" altLang="zh-CN" sz="5400" dirty="0">
                  <a:latin typeface="D-DINExp"/>
                </a:rPr>
                <a:t>Baidu Image Recognition Technique</a:t>
              </a:r>
              <a:br>
                <a:rPr lang="en-US" altLang="zh-CN" sz="5400" dirty="0"/>
              </a:br>
              <a:endParaRPr lang="en-US" sz="4999" b="1" spc="333" dirty="0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sym typeface="字由点字典黑 75J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06189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16F83-CBC0-CBF3-7830-FCA957C6F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47B8C06-59A1-E9EC-D1FC-C48DD1B73BA6}"/>
              </a:ext>
            </a:extLst>
          </p:cNvPr>
          <p:cNvGrpSpPr/>
          <p:nvPr/>
        </p:nvGrpSpPr>
        <p:grpSpPr>
          <a:xfrm>
            <a:off x="0" y="5032"/>
            <a:ext cx="18288000" cy="10287000"/>
            <a:chOff x="-13238003" y="955899"/>
            <a:chExt cx="24384000" cy="13716000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81C372EF-FE6B-AB12-EEB5-DADAB4B6A1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5000"/>
            </a:blip>
            <a:srcRect/>
            <a:stretch>
              <a:fillRect/>
            </a:stretch>
          </p:blipFill>
          <p:spPr>
            <a:xfrm>
              <a:off x="-13238003" y="955899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8B17CA2B-DB2D-2990-4734-8F7273C3CC6A}"/>
              </a:ext>
            </a:extLst>
          </p:cNvPr>
          <p:cNvGrpSpPr/>
          <p:nvPr/>
        </p:nvGrpSpPr>
        <p:grpSpPr>
          <a:xfrm>
            <a:off x="914400" y="2132653"/>
            <a:ext cx="10363200" cy="1476196"/>
            <a:chOff x="2151747" y="2703068"/>
            <a:chExt cx="14309729" cy="1476196"/>
          </a:xfrm>
        </p:grpSpPr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F5AAE952-724C-2E3E-485B-0F2875FFA664}"/>
                </a:ext>
              </a:extLst>
            </p:cNvPr>
            <p:cNvGrpSpPr/>
            <p:nvPr/>
          </p:nvGrpSpPr>
          <p:grpSpPr>
            <a:xfrm>
              <a:off x="13972568" y="3843690"/>
              <a:ext cx="335574" cy="335574"/>
              <a:chOff x="0" y="0"/>
              <a:chExt cx="447432" cy="447432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06D65CF4-43B5-BD28-E5EE-4B5977B19CEB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grpSp>
          <p:nvGrpSpPr>
            <p:cNvPr id="11" name="Group 11">
              <a:extLst>
                <a:ext uri="{FF2B5EF4-FFF2-40B4-BE49-F238E27FC236}">
                  <a16:creationId xmlns:a16="http://schemas.microsoft.com/office/drawing/2014/main" id="{BA9D7991-132E-95BF-AD7D-37CEFD1BE2A1}"/>
                </a:ext>
              </a:extLst>
            </p:cNvPr>
            <p:cNvGrpSpPr/>
            <p:nvPr/>
          </p:nvGrpSpPr>
          <p:grpSpPr>
            <a:xfrm>
              <a:off x="14308142" y="3843690"/>
              <a:ext cx="335574" cy="335574"/>
              <a:chOff x="0" y="0"/>
              <a:chExt cx="447432" cy="447432"/>
            </a:xfrm>
          </p:grpSpPr>
          <p:sp>
            <p:nvSpPr>
              <p:cNvPr id="12" name="Freeform 12">
                <a:extLst>
                  <a:ext uri="{FF2B5EF4-FFF2-40B4-BE49-F238E27FC236}">
                    <a16:creationId xmlns:a16="http://schemas.microsoft.com/office/drawing/2014/main" id="{95229CE8-195E-C120-CB93-FD8C5A34CF7F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EA760DB0-1DA6-BF38-8131-B34435DCA8CE}"/>
                </a:ext>
              </a:extLst>
            </p:cNvPr>
            <p:cNvGrpSpPr/>
            <p:nvPr/>
          </p:nvGrpSpPr>
          <p:grpSpPr>
            <a:xfrm>
              <a:off x="14643715" y="3843690"/>
              <a:ext cx="335574" cy="335574"/>
              <a:chOff x="0" y="0"/>
              <a:chExt cx="447432" cy="447432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D6232027-9510-F95F-54D6-A63BCAB01B57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6E63E51D-145F-3B15-1A09-853D1446B729}"/>
                </a:ext>
              </a:extLst>
            </p:cNvPr>
            <p:cNvGrpSpPr/>
            <p:nvPr/>
          </p:nvGrpSpPr>
          <p:grpSpPr>
            <a:xfrm>
              <a:off x="2151747" y="2703068"/>
              <a:ext cx="14309729" cy="1318461"/>
              <a:chOff x="2151747" y="2702541"/>
              <a:chExt cx="14309729" cy="1318461"/>
            </a:xfrm>
          </p:grpSpPr>
          <p:grpSp>
            <p:nvGrpSpPr>
              <p:cNvPr id="4" name="Group 4">
                <a:extLst>
                  <a:ext uri="{FF2B5EF4-FFF2-40B4-BE49-F238E27FC236}">
                    <a16:creationId xmlns:a16="http://schemas.microsoft.com/office/drawing/2014/main" id="{B1FF1794-49BB-75D4-0ABA-ABF19A94C804}"/>
                  </a:ext>
                </a:extLst>
              </p:cNvPr>
              <p:cNvGrpSpPr/>
              <p:nvPr/>
            </p:nvGrpSpPr>
            <p:grpSpPr>
              <a:xfrm>
                <a:off x="2151747" y="2702541"/>
                <a:ext cx="13984506" cy="1318461"/>
                <a:chOff x="0" y="0"/>
                <a:chExt cx="18646008" cy="1757948"/>
              </a:xfrm>
            </p:grpSpPr>
            <p:sp>
              <p:nvSpPr>
                <p:cNvPr id="5" name="Freeform 5">
                  <a:extLst>
                    <a:ext uri="{FF2B5EF4-FFF2-40B4-BE49-F238E27FC236}">
                      <a16:creationId xmlns:a16="http://schemas.microsoft.com/office/drawing/2014/main" id="{70CC1C80-4F30-120A-6B2D-65F8821729FD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8646012" cy="17579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46012" h="1757934">
                      <a:moveTo>
                        <a:pt x="0" y="878967"/>
                      </a:moveTo>
                      <a:cubicBezTo>
                        <a:pt x="0" y="393319"/>
                        <a:pt x="398780" y="0"/>
                        <a:pt x="890524" y="0"/>
                      </a:cubicBezTo>
                      <a:lnTo>
                        <a:pt x="17755488" y="0"/>
                      </a:lnTo>
                      <a:lnTo>
                        <a:pt x="17755488" y="12700"/>
                      </a:lnTo>
                      <a:lnTo>
                        <a:pt x="17755488" y="0"/>
                      </a:lnTo>
                      <a:cubicBezTo>
                        <a:pt x="18247105" y="0"/>
                        <a:pt x="18646012" y="393319"/>
                        <a:pt x="18646012" y="878967"/>
                      </a:cubicBezTo>
                      <a:lnTo>
                        <a:pt x="18633312" y="878967"/>
                      </a:lnTo>
                      <a:lnTo>
                        <a:pt x="18646012" y="878967"/>
                      </a:lnTo>
                      <a:lnTo>
                        <a:pt x="18633312" y="878967"/>
                      </a:lnTo>
                      <a:lnTo>
                        <a:pt x="18646012" y="878967"/>
                      </a:lnTo>
                      <a:cubicBezTo>
                        <a:pt x="18646012" y="1364615"/>
                        <a:pt x="18247232" y="1757934"/>
                        <a:pt x="17755488" y="1757934"/>
                      </a:cubicBezTo>
                      <a:lnTo>
                        <a:pt x="17755488" y="1745234"/>
                      </a:lnTo>
                      <a:lnTo>
                        <a:pt x="17755488" y="1757934"/>
                      </a:lnTo>
                      <a:lnTo>
                        <a:pt x="890524" y="1757934"/>
                      </a:lnTo>
                      <a:lnTo>
                        <a:pt x="890524" y="1745234"/>
                      </a:lnTo>
                      <a:lnTo>
                        <a:pt x="890524" y="1757934"/>
                      </a:lnTo>
                      <a:cubicBezTo>
                        <a:pt x="398780" y="1757934"/>
                        <a:pt x="0" y="1364615"/>
                        <a:pt x="0" y="878967"/>
                      </a:cubicBezTo>
                      <a:lnTo>
                        <a:pt x="12700" y="878967"/>
                      </a:lnTo>
                      <a:lnTo>
                        <a:pt x="0" y="878967"/>
                      </a:lnTo>
                      <a:moveTo>
                        <a:pt x="25400" y="878967"/>
                      </a:moveTo>
                      <a:lnTo>
                        <a:pt x="12700" y="878967"/>
                      </a:lnTo>
                      <a:lnTo>
                        <a:pt x="25400" y="878967"/>
                      </a:lnTo>
                      <a:cubicBezTo>
                        <a:pt x="25400" y="1350264"/>
                        <a:pt x="412496" y="1732534"/>
                        <a:pt x="890524" y="1732534"/>
                      </a:cubicBezTo>
                      <a:lnTo>
                        <a:pt x="17755488" y="1732534"/>
                      </a:lnTo>
                      <a:cubicBezTo>
                        <a:pt x="18233389" y="1732534"/>
                        <a:pt x="18620612" y="1350264"/>
                        <a:pt x="18620612" y="878967"/>
                      </a:cubicBezTo>
                      <a:cubicBezTo>
                        <a:pt x="18620612" y="407670"/>
                        <a:pt x="18233517" y="25400"/>
                        <a:pt x="17755488" y="25400"/>
                      </a:cubicBezTo>
                      <a:lnTo>
                        <a:pt x="890524" y="25400"/>
                      </a:lnTo>
                      <a:lnTo>
                        <a:pt x="890524" y="12700"/>
                      </a:lnTo>
                      <a:lnTo>
                        <a:pt x="890524" y="25400"/>
                      </a:lnTo>
                      <a:cubicBezTo>
                        <a:pt x="412496" y="25400"/>
                        <a:pt x="25400" y="407670"/>
                        <a:pt x="25400" y="878967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2E078FFA-6AF2-A2E2-9207-951F521B8672}"/>
                  </a:ext>
                </a:extLst>
              </p:cNvPr>
              <p:cNvSpPr txBox="1"/>
              <p:nvPr/>
            </p:nvSpPr>
            <p:spPr>
              <a:xfrm>
                <a:off x="2743938" y="3032669"/>
                <a:ext cx="656774" cy="571500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4320"/>
                  </a:lnSpc>
                </a:pPr>
                <a:r>
                  <a:rPr lang="en-US" sz="3600" dirty="0">
                    <a:solidFill>
                      <a:srgbClr val="373737"/>
                    </a:solidFill>
                    <a:latin typeface="Arimo"/>
                    <a:ea typeface="Arimo"/>
                    <a:cs typeface="Arimo"/>
                    <a:sym typeface="Arimo"/>
                  </a:rPr>
                  <a:t>1</a:t>
                </a:r>
              </a:p>
            </p:txBody>
          </p:sp>
          <p:grpSp>
            <p:nvGrpSpPr>
              <p:cNvPr id="24" name="组合 23">
                <a:extLst>
                  <a:ext uri="{FF2B5EF4-FFF2-40B4-BE49-F238E27FC236}">
                    <a16:creationId xmlns:a16="http://schemas.microsoft.com/office/drawing/2014/main" id="{3F473DD6-D796-09ED-7304-7DB7EBB4C19A}"/>
                  </a:ext>
                </a:extLst>
              </p:cNvPr>
              <p:cNvGrpSpPr/>
              <p:nvPr/>
            </p:nvGrpSpPr>
            <p:grpSpPr>
              <a:xfrm>
                <a:off x="3492152" y="3042863"/>
                <a:ext cx="12969324" cy="647346"/>
                <a:chOff x="3492152" y="3042863"/>
                <a:chExt cx="12969324" cy="647346"/>
              </a:xfrm>
            </p:grpSpPr>
            <p:sp>
              <p:nvSpPr>
                <p:cNvPr id="6" name="AutoShape 6">
                  <a:extLst>
                    <a:ext uri="{FF2B5EF4-FFF2-40B4-BE49-F238E27FC236}">
                      <a16:creationId xmlns:a16="http://schemas.microsoft.com/office/drawing/2014/main" id="{F3E0A30B-3A81-1951-B2F4-06499B0E51FE}"/>
                    </a:ext>
                  </a:extLst>
                </p:cNvPr>
                <p:cNvSpPr/>
                <p:nvPr/>
              </p:nvSpPr>
              <p:spPr>
                <a:xfrm flipV="1">
                  <a:off x="3583101" y="3042863"/>
                  <a:ext cx="9525" cy="647346"/>
                </a:xfrm>
                <a:prstGeom prst="line">
                  <a:avLst/>
                </a:prstGeom>
                <a:ln w="9525" cap="rnd">
                  <a:solidFill>
                    <a:srgbClr val="373737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grpSp>
              <p:nvGrpSpPr>
                <p:cNvPr id="7" name="Group 7">
                  <a:extLst>
                    <a:ext uri="{FF2B5EF4-FFF2-40B4-BE49-F238E27FC236}">
                      <a16:creationId xmlns:a16="http://schemas.microsoft.com/office/drawing/2014/main" id="{1EDE7F50-3754-D4EC-9382-A6C8748C7FF7}"/>
                    </a:ext>
                  </a:extLst>
                </p:cNvPr>
                <p:cNvGrpSpPr/>
                <p:nvPr/>
              </p:nvGrpSpPr>
              <p:grpSpPr>
                <a:xfrm rot="5400000">
                  <a:off x="3492152" y="3266061"/>
                  <a:ext cx="191424" cy="191424"/>
                  <a:chOff x="0" y="0"/>
                  <a:chExt cx="255232" cy="255232"/>
                </a:xfrm>
              </p:grpSpPr>
              <p:sp>
                <p:nvSpPr>
                  <p:cNvPr id="8" name="Freeform 8">
                    <a:extLst>
                      <a:ext uri="{FF2B5EF4-FFF2-40B4-BE49-F238E27FC236}">
                        <a16:creationId xmlns:a16="http://schemas.microsoft.com/office/drawing/2014/main" id="{F9122BFB-CE9C-A94C-9DE7-8402CBBA0098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255270" cy="2552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5270" h="255270">
                        <a:moveTo>
                          <a:pt x="255270" y="127635"/>
                        </a:moveTo>
                        <a:cubicBezTo>
                          <a:pt x="184785" y="127635"/>
                          <a:pt x="127635" y="184785"/>
                          <a:pt x="127635" y="255270"/>
                        </a:cubicBezTo>
                        <a:cubicBezTo>
                          <a:pt x="127635" y="184785"/>
                          <a:pt x="70485" y="127635"/>
                          <a:pt x="0" y="127635"/>
                        </a:cubicBezTo>
                        <a:cubicBezTo>
                          <a:pt x="70485" y="127635"/>
                          <a:pt x="127635" y="70485"/>
                          <a:pt x="127635" y="0"/>
                        </a:cubicBezTo>
                        <a:cubicBezTo>
                          <a:pt x="127635" y="70485"/>
                          <a:pt x="184785" y="127635"/>
                          <a:pt x="255270" y="127635"/>
                        </a:cubicBezTo>
                        <a:close/>
                      </a:path>
                    </a:pathLst>
                  </a:custGeom>
                  <a:solidFill>
                    <a:srgbClr val="373737"/>
                  </a:solidFill>
                </p:spPr>
              </p:sp>
            </p:grpSp>
            <p:sp>
              <p:nvSpPr>
                <p:cNvPr id="19" name="TextBox 19">
                  <a:extLst>
                    <a:ext uri="{FF2B5EF4-FFF2-40B4-BE49-F238E27FC236}">
                      <a16:creationId xmlns:a16="http://schemas.microsoft.com/office/drawing/2014/main" id="{A3243A97-0195-12C4-9B2A-05536B317549}"/>
                    </a:ext>
                  </a:extLst>
                </p:cNvPr>
                <p:cNvSpPr txBox="1"/>
                <p:nvPr/>
              </p:nvSpPr>
              <p:spPr>
                <a:xfrm>
                  <a:off x="3846354" y="3061244"/>
                  <a:ext cx="12615122" cy="551433"/>
                </a:xfrm>
                <a:prstGeom prst="rect">
                  <a:avLst/>
                </a:prstGeom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algn="l">
                    <a:lnSpc>
                      <a:spcPts val="4320"/>
                    </a:lnSpc>
                  </a:pPr>
                  <a:r>
                    <a:rPr lang="en-US" sz="3600" dirty="0">
                      <a:solidFill>
                        <a:srgbClr val="000000"/>
                      </a:solidFill>
                      <a:latin typeface="字由点字典黑 75J"/>
                      <a:ea typeface="字由点字典黑 75J"/>
                      <a:cs typeface="字由点字典黑 75J"/>
                      <a:sym typeface="字由点字典黑 75J"/>
                    </a:rPr>
                    <a:t>The AI-supported scanning function</a:t>
                  </a:r>
                </a:p>
              </p:txBody>
            </p:sp>
          </p:grpSp>
        </p:grp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698092B3-5C15-69F9-D13A-576DB94C5A57}"/>
              </a:ext>
            </a:extLst>
          </p:cNvPr>
          <p:cNvGrpSpPr/>
          <p:nvPr/>
        </p:nvGrpSpPr>
        <p:grpSpPr>
          <a:xfrm>
            <a:off x="914401" y="1107100"/>
            <a:ext cx="8993742" cy="743793"/>
            <a:chOff x="1364274" y="1067129"/>
            <a:chExt cx="8993742" cy="743793"/>
          </a:xfrm>
        </p:grpSpPr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BEE245C8-D83A-62E5-5FF4-46AF750FE207}"/>
                </a:ext>
              </a:extLst>
            </p:cNvPr>
            <p:cNvGrpSpPr/>
            <p:nvPr/>
          </p:nvGrpSpPr>
          <p:grpSpPr>
            <a:xfrm>
              <a:off x="1364274" y="1267835"/>
              <a:ext cx="335574" cy="335574"/>
              <a:chOff x="0" y="0"/>
              <a:chExt cx="447432" cy="447432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AF085E42-F0C4-2F5F-F990-9EAB803310A5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26F0318-ECE5-0D85-C4B5-A6E2526B201B}"/>
                </a:ext>
              </a:extLst>
            </p:cNvPr>
            <p:cNvSpPr txBox="1"/>
            <p:nvPr/>
          </p:nvSpPr>
          <p:spPr>
            <a:xfrm>
              <a:off x="1790700" y="1067129"/>
              <a:ext cx="8567316" cy="7437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5759"/>
                </a:lnSpc>
              </a:pPr>
              <a:r>
                <a:rPr lang="en-US" sz="4999" b="1" spc="333" dirty="0">
                  <a:solidFill>
                    <a:srgbClr val="000000"/>
                  </a:solidFill>
                  <a:latin typeface="Arial Black" panose="020B0A04020102020204" pitchFamily="34" charset="0"/>
                  <a:ea typeface="字由点字典黑 35J"/>
                  <a:sym typeface="字由点字典黑 75J"/>
                </a:rPr>
                <a:t>F</a:t>
              </a:r>
              <a:r>
                <a:rPr lang="en-US" altLang="zh-CN" sz="4999" b="1" spc="333" dirty="0">
                  <a:solidFill>
                    <a:srgbClr val="000000"/>
                  </a:solidFill>
                  <a:latin typeface="Arial Black" panose="020B0A04020102020204" pitchFamily="34" charset="0"/>
                  <a:ea typeface="字由点字典黑 35J"/>
                  <a:sym typeface="字由点字典黑 75J"/>
                </a:rPr>
                <a:t>unction Achieved 1</a:t>
              </a:r>
              <a:endParaRPr lang="en-US" sz="4999" b="1" spc="333" dirty="0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sym typeface="字由点字典黑 75J"/>
              </a:endParaRPr>
            </a:p>
          </p:txBody>
        </p:sp>
      </p:grpSp>
      <p:sp>
        <p:nvSpPr>
          <p:cNvPr id="32" name="TextBox 20">
            <a:extLst>
              <a:ext uri="{FF2B5EF4-FFF2-40B4-BE49-F238E27FC236}">
                <a16:creationId xmlns:a16="http://schemas.microsoft.com/office/drawing/2014/main" id="{737B02C8-563C-0EB7-72DB-A1E556E92329}"/>
              </a:ext>
            </a:extLst>
          </p:cNvPr>
          <p:cNvSpPr txBox="1"/>
          <p:nvPr/>
        </p:nvSpPr>
        <p:spPr>
          <a:xfrm>
            <a:off x="1083669" y="4016776"/>
            <a:ext cx="7298331" cy="42744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9084" lvl="1" indent="-304542" algn="l">
              <a:lnSpc>
                <a:spcPts val="4231"/>
              </a:lnSpc>
              <a:buFont typeface="Arial"/>
              <a:buChar char="•"/>
            </a:pPr>
            <a:r>
              <a:rPr lang="en-US" sz="2821" i="1" dirty="0">
                <a:solidFill>
                  <a:srgbClr val="404040"/>
                </a:solidFill>
                <a:latin typeface="字由点字典黑 35J"/>
                <a:ea typeface="字由点字典黑 35J"/>
                <a:cs typeface="字由点字典黑 35J"/>
                <a:sym typeface="字由点字典黑 35J"/>
              </a:rPr>
              <a:t>The function is implemented by introducing Baidu image recognition interface.</a:t>
            </a:r>
          </a:p>
          <a:p>
            <a:pPr marL="609084" lvl="1" indent="-304542" algn="l">
              <a:lnSpc>
                <a:spcPts val="4231"/>
              </a:lnSpc>
              <a:buFont typeface="Arial"/>
              <a:buChar char="•"/>
            </a:pPr>
            <a:r>
              <a:rPr lang="en-US" sz="2821" i="1" dirty="0">
                <a:solidFill>
                  <a:srgbClr val="404040"/>
                </a:solidFill>
                <a:latin typeface="字由点字典黑 35J"/>
                <a:ea typeface="字由点字典黑 35J"/>
                <a:cs typeface="字由点字典黑 35J"/>
                <a:sym typeface="字由点字典黑 35J"/>
              </a:rPr>
              <a:t>By clicking the “scan item” floating button and choose an image of the ingredient you want to add, you can add that ingredient automatically.</a:t>
            </a:r>
          </a:p>
          <a:p>
            <a:pPr marL="609084" lvl="1" indent="-304542" algn="l">
              <a:lnSpc>
                <a:spcPts val="4231"/>
              </a:lnSpc>
              <a:buFont typeface="Arial"/>
              <a:buChar char="•"/>
            </a:pPr>
            <a:r>
              <a:rPr lang="en-US" sz="2821" i="1" dirty="0">
                <a:solidFill>
                  <a:srgbClr val="404040"/>
                </a:solidFill>
                <a:latin typeface="字由点字典黑 35J"/>
                <a:ea typeface="字由点字典黑 35J"/>
                <a:cs typeface="字由点字典黑 35J"/>
                <a:sym typeface="字由点字典黑 35J"/>
              </a:rPr>
              <a:t>This process can be viewed in the video.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BDB9B764-8636-48DA-3596-CCADF95A6F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2838" y="-5032"/>
            <a:ext cx="4675909" cy="10287000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A768028D-CBBA-9F9A-9C3E-0AC3846C56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583" b="71482"/>
          <a:stretch/>
        </p:blipFill>
        <p:spPr>
          <a:xfrm>
            <a:off x="13081207" y="1879468"/>
            <a:ext cx="4675909" cy="309656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8" name="圆: 空心 27">
            <a:extLst>
              <a:ext uri="{FF2B5EF4-FFF2-40B4-BE49-F238E27FC236}">
                <a16:creationId xmlns:a16="http://schemas.microsoft.com/office/drawing/2014/main" id="{21FDCBE3-D0B5-A507-4C91-FEEA7BEC2AD2}"/>
              </a:ext>
            </a:extLst>
          </p:cNvPr>
          <p:cNvSpPr/>
          <p:nvPr/>
        </p:nvSpPr>
        <p:spPr>
          <a:xfrm>
            <a:off x="12801601" y="5248582"/>
            <a:ext cx="3097912" cy="1696396"/>
          </a:xfrm>
          <a:prstGeom prst="donut">
            <a:avLst>
              <a:gd name="adj" fmla="val 3606"/>
            </a:avLst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7206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37840-D0C3-8FB0-412E-25D7E2C7F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2EF29E2-2AB6-A6E9-7E25-0CD7C19E1D0E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CAEEC65C-5636-6B2B-EF5C-5C1848AD8C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5000"/>
            </a:blip>
            <a:srcRect/>
            <a:stretch>
              <a:fillRect/>
            </a:stretch>
          </p:blipFill>
          <p:spPr>
            <a:xfrm>
              <a:off x="0" y="0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1112FADD-D64A-2908-BE37-AE53080E8C55}"/>
              </a:ext>
            </a:extLst>
          </p:cNvPr>
          <p:cNvGrpSpPr/>
          <p:nvPr/>
        </p:nvGrpSpPr>
        <p:grpSpPr>
          <a:xfrm>
            <a:off x="1364274" y="1267835"/>
            <a:ext cx="335574" cy="335574"/>
            <a:chOff x="0" y="0"/>
            <a:chExt cx="447432" cy="447432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3C1A8B23-B60C-46AA-D9B5-4DB0DF479C1C}"/>
                </a:ext>
              </a:extLst>
            </p:cNvPr>
            <p:cNvSpPr/>
            <p:nvPr/>
          </p:nvSpPr>
          <p:spPr>
            <a:xfrm>
              <a:off x="0" y="0"/>
              <a:ext cx="447548" cy="447548"/>
            </a:xfrm>
            <a:custGeom>
              <a:avLst/>
              <a:gdLst/>
              <a:ahLst/>
              <a:cxnLst/>
              <a:rect l="l" t="t" r="r" b="b"/>
              <a:pathLst>
                <a:path w="447548" h="447548">
                  <a:moveTo>
                    <a:pt x="0" y="223774"/>
                  </a:moveTo>
                  <a:cubicBezTo>
                    <a:pt x="123571" y="223774"/>
                    <a:pt x="223774" y="123571"/>
                    <a:pt x="223774" y="0"/>
                  </a:cubicBezTo>
                  <a:cubicBezTo>
                    <a:pt x="223774" y="123571"/>
                    <a:pt x="323977" y="223774"/>
                    <a:pt x="447548" y="223774"/>
                  </a:cubicBezTo>
                  <a:cubicBezTo>
                    <a:pt x="323977" y="223774"/>
                    <a:pt x="223774" y="323977"/>
                    <a:pt x="223774" y="447548"/>
                  </a:cubicBezTo>
                  <a:cubicBezTo>
                    <a:pt x="223774" y="323850"/>
                    <a:pt x="123571" y="223774"/>
                    <a:pt x="0" y="223774"/>
                  </a:cubicBezTo>
                  <a:close/>
                </a:path>
              </a:pathLst>
            </a:custGeom>
            <a:solidFill>
              <a:srgbClr val="373737"/>
            </a:solidFill>
          </p:spPr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693A2B31-EBEA-686E-ABF1-D75905C9E241}"/>
              </a:ext>
            </a:extLst>
          </p:cNvPr>
          <p:cNvGrpSpPr/>
          <p:nvPr/>
        </p:nvGrpSpPr>
        <p:grpSpPr>
          <a:xfrm>
            <a:off x="9672622" y="4724400"/>
            <a:ext cx="7924802" cy="2254510"/>
            <a:chOff x="7890248" y="3751468"/>
            <a:chExt cx="6553202" cy="6574579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422BAEB7-4D97-2E36-33F4-482689879BE4}"/>
                </a:ext>
              </a:extLst>
            </p:cNvPr>
            <p:cNvGrpSpPr/>
            <p:nvPr/>
          </p:nvGrpSpPr>
          <p:grpSpPr>
            <a:xfrm>
              <a:off x="12557052" y="8308216"/>
              <a:ext cx="1434801" cy="2017831"/>
              <a:chOff x="12978202" y="4185371"/>
              <a:chExt cx="1087986" cy="1462029"/>
            </a:xfrm>
          </p:grpSpPr>
          <p:grpSp>
            <p:nvGrpSpPr>
              <p:cNvPr id="9" name="Group 9">
                <a:extLst>
                  <a:ext uri="{FF2B5EF4-FFF2-40B4-BE49-F238E27FC236}">
                    <a16:creationId xmlns:a16="http://schemas.microsoft.com/office/drawing/2014/main" id="{62F10233-B73A-B884-BC19-D09CEF5693DA}"/>
                  </a:ext>
                </a:extLst>
              </p:cNvPr>
              <p:cNvGrpSpPr/>
              <p:nvPr/>
            </p:nvGrpSpPr>
            <p:grpSpPr>
              <a:xfrm>
                <a:off x="12978202" y="4191579"/>
                <a:ext cx="380947" cy="1448060"/>
                <a:chOff x="-1325818" y="463852"/>
                <a:chExt cx="507928" cy="1930747"/>
              </a:xfrm>
            </p:grpSpPr>
            <p:sp>
              <p:nvSpPr>
                <p:cNvPr id="10" name="Freeform 10">
                  <a:extLst>
                    <a:ext uri="{FF2B5EF4-FFF2-40B4-BE49-F238E27FC236}">
                      <a16:creationId xmlns:a16="http://schemas.microsoft.com/office/drawing/2014/main" id="{CA5FC765-49A3-B61F-A5EF-3B148961FD3F}"/>
                    </a:ext>
                  </a:extLst>
                </p:cNvPr>
                <p:cNvSpPr/>
                <p:nvPr/>
              </p:nvSpPr>
              <p:spPr>
                <a:xfrm>
                  <a:off x="-1325818" y="463852"/>
                  <a:ext cx="507928" cy="19307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grpSp>
            <p:nvGrpSpPr>
              <p:cNvPr id="11" name="Group 11">
                <a:extLst>
                  <a:ext uri="{FF2B5EF4-FFF2-40B4-BE49-F238E27FC236}">
                    <a16:creationId xmlns:a16="http://schemas.microsoft.com/office/drawing/2014/main" id="{040A470E-763B-DA5A-772B-025C90BD8135}"/>
                  </a:ext>
                </a:extLst>
              </p:cNvPr>
              <p:cNvGrpSpPr/>
              <p:nvPr/>
            </p:nvGrpSpPr>
            <p:grpSpPr>
              <a:xfrm>
                <a:off x="13342800" y="4185371"/>
                <a:ext cx="380947" cy="1448059"/>
                <a:chOff x="-1287121" y="455575"/>
                <a:chExt cx="507928" cy="1930745"/>
              </a:xfrm>
            </p:grpSpPr>
            <p:sp>
              <p:nvSpPr>
                <p:cNvPr id="12" name="Freeform 12">
                  <a:extLst>
                    <a:ext uri="{FF2B5EF4-FFF2-40B4-BE49-F238E27FC236}">
                      <a16:creationId xmlns:a16="http://schemas.microsoft.com/office/drawing/2014/main" id="{5FC17DF0-478B-AA8E-8278-C5C6E1FDBE8F}"/>
                    </a:ext>
                  </a:extLst>
                </p:cNvPr>
                <p:cNvSpPr/>
                <p:nvPr/>
              </p:nvSpPr>
              <p:spPr>
                <a:xfrm>
                  <a:off x="-1287121" y="455575"/>
                  <a:ext cx="507928" cy="19307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grpSp>
            <p:nvGrpSpPr>
              <p:cNvPr id="13" name="Group 13">
                <a:extLst>
                  <a:ext uri="{FF2B5EF4-FFF2-40B4-BE49-F238E27FC236}">
                    <a16:creationId xmlns:a16="http://schemas.microsoft.com/office/drawing/2014/main" id="{BA408592-D1C3-BA4D-9912-B1757750882A}"/>
                  </a:ext>
                </a:extLst>
              </p:cNvPr>
              <p:cNvGrpSpPr/>
              <p:nvPr/>
            </p:nvGrpSpPr>
            <p:grpSpPr>
              <a:xfrm>
                <a:off x="13685241" y="4199343"/>
                <a:ext cx="380947" cy="1448057"/>
                <a:chOff x="-1277965" y="474204"/>
                <a:chExt cx="507929" cy="1930743"/>
              </a:xfrm>
            </p:grpSpPr>
            <p:sp>
              <p:nvSpPr>
                <p:cNvPr id="14" name="Freeform 14">
                  <a:extLst>
                    <a:ext uri="{FF2B5EF4-FFF2-40B4-BE49-F238E27FC236}">
                      <a16:creationId xmlns:a16="http://schemas.microsoft.com/office/drawing/2014/main" id="{DDC2F722-6C2B-3775-4496-907CC08DCDE2}"/>
                    </a:ext>
                  </a:extLst>
                </p:cNvPr>
                <p:cNvSpPr/>
                <p:nvPr/>
              </p:nvSpPr>
              <p:spPr>
                <a:xfrm>
                  <a:off x="-1277965" y="474204"/>
                  <a:ext cx="507929" cy="19307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FBF59E54-8952-3A81-5119-6BCB7FA620EC}"/>
                </a:ext>
              </a:extLst>
            </p:cNvPr>
            <p:cNvGrpSpPr/>
            <p:nvPr/>
          </p:nvGrpSpPr>
          <p:grpSpPr>
            <a:xfrm>
              <a:off x="7890248" y="3751468"/>
              <a:ext cx="6553202" cy="5620814"/>
              <a:chOff x="9989673" y="4589668"/>
              <a:chExt cx="6553202" cy="5620814"/>
            </a:xfrm>
          </p:grpSpPr>
          <p:grpSp>
            <p:nvGrpSpPr>
              <p:cNvPr id="4" name="Group 4">
                <a:extLst>
                  <a:ext uri="{FF2B5EF4-FFF2-40B4-BE49-F238E27FC236}">
                    <a16:creationId xmlns:a16="http://schemas.microsoft.com/office/drawing/2014/main" id="{666429E2-883A-A6F2-A084-DE479862C263}"/>
                  </a:ext>
                </a:extLst>
              </p:cNvPr>
              <p:cNvGrpSpPr/>
              <p:nvPr/>
            </p:nvGrpSpPr>
            <p:grpSpPr>
              <a:xfrm>
                <a:off x="9989673" y="4589668"/>
                <a:ext cx="6553202" cy="5620814"/>
                <a:chOff x="-4123634" y="51602"/>
                <a:chExt cx="18646013" cy="2197851"/>
              </a:xfrm>
            </p:grpSpPr>
            <p:sp>
              <p:nvSpPr>
                <p:cNvPr id="5" name="Freeform 5">
                  <a:extLst>
                    <a:ext uri="{FF2B5EF4-FFF2-40B4-BE49-F238E27FC236}">
                      <a16:creationId xmlns:a16="http://schemas.microsoft.com/office/drawing/2014/main" id="{7F20F8CB-2741-E8D9-A414-F47E7C469AF6}"/>
                    </a:ext>
                  </a:extLst>
                </p:cNvPr>
                <p:cNvSpPr/>
                <p:nvPr/>
              </p:nvSpPr>
              <p:spPr>
                <a:xfrm>
                  <a:off x="-4123634" y="51602"/>
                  <a:ext cx="18646013" cy="21978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46012" h="1757934">
                      <a:moveTo>
                        <a:pt x="0" y="878967"/>
                      </a:moveTo>
                      <a:cubicBezTo>
                        <a:pt x="0" y="393319"/>
                        <a:pt x="398780" y="0"/>
                        <a:pt x="890524" y="0"/>
                      </a:cubicBezTo>
                      <a:lnTo>
                        <a:pt x="17755488" y="0"/>
                      </a:lnTo>
                      <a:lnTo>
                        <a:pt x="17755488" y="12700"/>
                      </a:lnTo>
                      <a:lnTo>
                        <a:pt x="17755488" y="0"/>
                      </a:lnTo>
                      <a:cubicBezTo>
                        <a:pt x="18247105" y="0"/>
                        <a:pt x="18646012" y="393319"/>
                        <a:pt x="18646012" y="878967"/>
                      </a:cubicBezTo>
                      <a:lnTo>
                        <a:pt x="18633312" y="878967"/>
                      </a:lnTo>
                      <a:lnTo>
                        <a:pt x="18646012" y="878967"/>
                      </a:lnTo>
                      <a:lnTo>
                        <a:pt x="18633312" y="878967"/>
                      </a:lnTo>
                      <a:lnTo>
                        <a:pt x="18646012" y="878967"/>
                      </a:lnTo>
                      <a:cubicBezTo>
                        <a:pt x="18646012" y="1364615"/>
                        <a:pt x="18247232" y="1757934"/>
                        <a:pt x="17755488" y="1757934"/>
                      </a:cubicBezTo>
                      <a:lnTo>
                        <a:pt x="17755488" y="1745234"/>
                      </a:lnTo>
                      <a:lnTo>
                        <a:pt x="17755488" y="1757934"/>
                      </a:lnTo>
                      <a:lnTo>
                        <a:pt x="890524" y="1757934"/>
                      </a:lnTo>
                      <a:lnTo>
                        <a:pt x="890524" y="1745234"/>
                      </a:lnTo>
                      <a:lnTo>
                        <a:pt x="890524" y="1757934"/>
                      </a:lnTo>
                      <a:cubicBezTo>
                        <a:pt x="398780" y="1757934"/>
                        <a:pt x="0" y="1364615"/>
                        <a:pt x="0" y="878967"/>
                      </a:cubicBezTo>
                      <a:lnTo>
                        <a:pt x="12700" y="878967"/>
                      </a:lnTo>
                      <a:lnTo>
                        <a:pt x="0" y="878967"/>
                      </a:lnTo>
                      <a:moveTo>
                        <a:pt x="25400" y="878967"/>
                      </a:moveTo>
                      <a:lnTo>
                        <a:pt x="12700" y="878967"/>
                      </a:lnTo>
                      <a:lnTo>
                        <a:pt x="25400" y="878967"/>
                      </a:lnTo>
                      <a:cubicBezTo>
                        <a:pt x="25400" y="1350264"/>
                        <a:pt x="412496" y="1732534"/>
                        <a:pt x="890524" y="1732534"/>
                      </a:cubicBezTo>
                      <a:lnTo>
                        <a:pt x="17755488" y="1732534"/>
                      </a:lnTo>
                      <a:cubicBezTo>
                        <a:pt x="18233389" y="1732534"/>
                        <a:pt x="18620612" y="1350264"/>
                        <a:pt x="18620612" y="878967"/>
                      </a:cubicBezTo>
                      <a:cubicBezTo>
                        <a:pt x="18620612" y="407670"/>
                        <a:pt x="18233517" y="25400"/>
                        <a:pt x="17755488" y="25400"/>
                      </a:cubicBezTo>
                      <a:lnTo>
                        <a:pt x="890524" y="25400"/>
                      </a:lnTo>
                      <a:lnTo>
                        <a:pt x="890524" y="12700"/>
                      </a:lnTo>
                      <a:lnTo>
                        <a:pt x="890524" y="25400"/>
                      </a:lnTo>
                      <a:cubicBezTo>
                        <a:pt x="412496" y="25400"/>
                        <a:pt x="25400" y="407670"/>
                        <a:pt x="25400" y="878967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  <p:txBody>
                <a:bodyPr/>
                <a:lstStyle/>
                <a:p>
                  <a:endParaRPr lang="en-GB" dirty="0"/>
                </a:p>
              </p:txBody>
            </p:sp>
          </p:grp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50794E76-E5F3-14F3-DEF0-9A76A19FB262}"/>
                  </a:ext>
                </a:extLst>
              </p:cNvPr>
              <p:cNvSpPr txBox="1"/>
              <p:nvPr/>
            </p:nvSpPr>
            <p:spPr>
              <a:xfrm>
                <a:off x="10491064" y="5627960"/>
                <a:ext cx="6017441" cy="2531796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en-US" altLang="zh-CN" sz="2821" dirty="0">
                    <a:solidFill>
                      <a:srgbClr val="404040"/>
                    </a:solidFill>
                    <a:latin typeface="字由点字典黑 35J"/>
                    <a:ea typeface="字由点字典黑 35J"/>
                  </a:rPr>
                  <a:t>This class set an interface to send a request with the image to Baidu.</a:t>
                </a:r>
              </a:p>
            </p:txBody>
          </p:sp>
        </p:grpSp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077D2909-0DF3-3872-0841-EA11F3CAE433}"/>
              </a:ext>
            </a:extLst>
          </p:cNvPr>
          <p:cNvSpPr txBox="1"/>
          <p:nvPr/>
        </p:nvSpPr>
        <p:spPr>
          <a:xfrm>
            <a:off x="1790700" y="1067129"/>
            <a:ext cx="12382500" cy="74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759"/>
              </a:lnSpc>
            </a:pPr>
            <a:r>
              <a:rPr lang="en-US" sz="4999" b="1" spc="333" dirty="0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sym typeface="字由点字典黑 75J"/>
              </a:rPr>
              <a:t>Code explanation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855A33D7-6406-7C5D-3822-4E51A1ECF6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80" y="2678225"/>
            <a:ext cx="8524875" cy="601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639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958F6-3038-8D38-E30C-6F7D0C5F9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C91EE0E-031E-1CE0-8876-1212252FC862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4D8140D1-1A62-AB9D-E617-79F2574904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5000"/>
            </a:blip>
            <a:srcRect/>
            <a:stretch>
              <a:fillRect/>
            </a:stretch>
          </p:blipFill>
          <p:spPr>
            <a:xfrm>
              <a:off x="0" y="0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7988A6B4-466C-7098-2809-F9EAB2242A24}"/>
              </a:ext>
            </a:extLst>
          </p:cNvPr>
          <p:cNvGrpSpPr/>
          <p:nvPr/>
        </p:nvGrpSpPr>
        <p:grpSpPr>
          <a:xfrm>
            <a:off x="1364274" y="1267835"/>
            <a:ext cx="335574" cy="335574"/>
            <a:chOff x="0" y="0"/>
            <a:chExt cx="447432" cy="447432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0F44E811-4D1D-446C-D9F5-9A1D5A9D4AD1}"/>
                </a:ext>
              </a:extLst>
            </p:cNvPr>
            <p:cNvSpPr/>
            <p:nvPr/>
          </p:nvSpPr>
          <p:spPr>
            <a:xfrm>
              <a:off x="0" y="0"/>
              <a:ext cx="447548" cy="447548"/>
            </a:xfrm>
            <a:custGeom>
              <a:avLst/>
              <a:gdLst/>
              <a:ahLst/>
              <a:cxnLst/>
              <a:rect l="l" t="t" r="r" b="b"/>
              <a:pathLst>
                <a:path w="447548" h="447548">
                  <a:moveTo>
                    <a:pt x="0" y="223774"/>
                  </a:moveTo>
                  <a:cubicBezTo>
                    <a:pt x="123571" y="223774"/>
                    <a:pt x="223774" y="123571"/>
                    <a:pt x="223774" y="0"/>
                  </a:cubicBezTo>
                  <a:cubicBezTo>
                    <a:pt x="223774" y="123571"/>
                    <a:pt x="323977" y="223774"/>
                    <a:pt x="447548" y="223774"/>
                  </a:cubicBezTo>
                  <a:cubicBezTo>
                    <a:pt x="323977" y="223774"/>
                    <a:pt x="223774" y="323977"/>
                    <a:pt x="223774" y="447548"/>
                  </a:cubicBezTo>
                  <a:cubicBezTo>
                    <a:pt x="223774" y="323850"/>
                    <a:pt x="123571" y="223774"/>
                    <a:pt x="0" y="223774"/>
                  </a:cubicBezTo>
                  <a:close/>
                </a:path>
              </a:pathLst>
            </a:custGeom>
            <a:solidFill>
              <a:srgbClr val="373737"/>
            </a:solidFill>
          </p:spPr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19F45800-5857-1A11-65B3-68A96328FF60}"/>
              </a:ext>
            </a:extLst>
          </p:cNvPr>
          <p:cNvGrpSpPr/>
          <p:nvPr/>
        </p:nvGrpSpPr>
        <p:grpSpPr>
          <a:xfrm>
            <a:off x="9672622" y="4724400"/>
            <a:ext cx="7924802" cy="2254510"/>
            <a:chOff x="7890248" y="3751468"/>
            <a:chExt cx="6553202" cy="6574579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924B1C68-8A91-7DD4-3D6E-780F2749F59E}"/>
                </a:ext>
              </a:extLst>
            </p:cNvPr>
            <p:cNvGrpSpPr/>
            <p:nvPr/>
          </p:nvGrpSpPr>
          <p:grpSpPr>
            <a:xfrm>
              <a:off x="12557052" y="8308216"/>
              <a:ext cx="1434801" cy="2017831"/>
              <a:chOff x="12978202" y="4185371"/>
              <a:chExt cx="1087986" cy="1462029"/>
            </a:xfrm>
          </p:grpSpPr>
          <p:grpSp>
            <p:nvGrpSpPr>
              <p:cNvPr id="9" name="Group 9">
                <a:extLst>
                  <a:ext uri="{FF2B5EF4-FFF2-40B4-BE49-F238E27FC236}">
                    <a16:creationId xmlns:a16="http://schemas.microsoft.com/office/drawing/2014/main" id="{6C52A74E-C089-C68A-24D1-1A597F22E40E}"/>
                  </a:ext>
                </a:extLst>
              </p:cNvPr>
              <p:cNvGrpSpPr/>
              <p:nvPr/>
            </p:nvGrpSpPr>
            <p:grpSpPr>
              <a:xfrm>
                <a:off x="12978202" y="4191579"/>
                <a:ext cx="380947" cy="1448060"/>
                <a:chOff x="-1325818" y="463852"/>
                <a:chExt cx="507928" cy="1930747"/>
              </a:xfrm>
            </p:grpSpPr>
            <p:sp>
              <p:nvSpPr>
                <p:cNvPr id="10" name="Freeform 10">
                  <a:extLst>
                    <a:ext uri="{FF2B5EF4-FFF2-40B4-BE49-F238E27FC236}">
                      <a16:creationId xmlns:a16="http://schemas.microsoft.com/office/drawing/2014/main" id="{197FB54A-AF83-B0C7-1974-9E01C13DF2D5}"/>
                    </a:ext>
                  </a:extLst>
                </p:cNvPr>
                <p:cNvSpPr/>
                <p:nvPr/>
              </p:nvSpPr>
              <p:spPr>
                <a:xfrm>
                  <a:off x="-1325818" y="463852"/>
                  <a:ext cx="507928" cy="19307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grpSp>
            <p:nvGrpSpPr>
              <p:cNvPr id="11" name="Group 11">
                <a:extLst>
                  <a:ext uri="{FF2B5EF4-FFF2-40B4-BE49-F238E27FC236}">
                    <a16:creationId xmlns:a16="http://schemas.microsoft.com/office/drawing/2014/main" id="{09DF7C73-9E25-7E06-8846-914E4BF0D9BA}"/>
                  </a:ext>
                </a:extLst>
              </p:cNvPr>
              <p:cNvGrpSpPr/>
              <p:nvPr/>
            </p:nvGrpSpPr>
            <p:grpSpPr>
              <a:xfrm>
                <a:off x="13342800" y="4185371"/>
                <a:ext cx="380947" cy="1448059"/>
                <a:chOff x="-1287121" y="455575"/>
                <a:chExt cx="507928" cy="1930745"/>
              </a:xfrm>
            </p:grpSpPr>
            <p:sp>
              <p:nvSpPr>
                <p:cNvPr id="12" name="Freeform 12">
                  <a:extLst>
                    <a:ext uri="{FF2B5EF4-FFF2-40B4-BE49-F238E27FC236}">
                      <a16:creationId xmlns:a16="http://schemas.microsoft.com/office/drawing/2014/main" id="{D9C972CA-2D67-117B-97CB-17A5EF42ECC2}"/>
                    </a:ext>
                  </a:extLst>
                </p:cNvPr>
                <p:cNvSpPr/>
                <p:nvPr/>
              </p:nvSpPr>
              <p:spPr>
                <a:xfrm>
                  <a:off x="-1287121" y="455575"/>
                  <a:ext cx="507928" cy="19307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grpSp>
            <p:nvGrpSpPr>
              <p:cNvPr id="13" name="Group 13">
                <a:extLst>
                  <a:ext uri="{FF2B5EF4-FFF2-40B4-BE49-F238E27FC236}">
                    <a16:creationId xmlns:a16="http://schemas.microsoft.com/office/drawing/2014/main" id="{856F7059-FF3D-E0D7-472F-E796683C8FBF}"/>
                  </a:ext>
                </a:extLst>
              </p:cNvPr>
              <p:cNvGrpSpPr/>
              <p:nvPr/>
            </p:nvGrpSpPr>
            <p:grpSpPr>
              <a:xfrm>
                <a:off x="13685241" y="4199343"/>
                <a:ext cx="380947" cy="1448057"/>
                <a:chOff x="-1277965" y="474204"/>
                <a:chExt cx="507929" cy="1930743"/>
              </a:xfrm>
            </p:grpSpPr>
            <p:sp>
              <p:nvSpPr>
                <p:cNvPr id="14" name="Freeform 14">
                  <a:extLst>
                    <a:ext uri="{FF2B5EF4-FFF2-40B4-BE49-F238E27FC236}">
                      <a16:creationId xmlns:a16="http://schemas.microsoft.com/office/drawing/2014/main" id="{DDC29AEB-8F87-DA79-8C12-02D8E2F5CA6D}"/>
                    </a:ext>
                  </a:extLst>
                </p:cNvPr>
                <p:cNvSpPr/>
                <p:nvPr/>
              </p:nvSpPr>
              <p:spPr>
                <a:xfrm>
                  <a:off x="-1277965" y="474204"/>
                  <a:ext cx="507929" cy="19307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C9F0AF41-A401-FB09-2CBA-CD06975C2F91}"/>
                </a:ext>
              </a:extLst>
            </p:cNvPr>
            <p:cNvGrpSpPr/>
            <p:nvPr/>
          </p:nvGrpSpPr>
          <p:grpSpPr>
            <a:xfrm>
              <a:off x="7890248" y="3751468"/>
              <a:ext cx="6553202" cy="5620814"/>
              <a:chOff x="9989673" y="4589668"/>
              <a:chExt cx="6553202" cy="5620814"/>
            </a:xfrm>
          </p:grpSpPr>
          <p:grpSp>
            <p:nvGrpSpPr>
              <p:cNvPr id="4" name="Group 4">
                <a:extLst>
                  <a:ext uri="{FF2B5EF4-FFF2-40B4-BE49-F238E27FC236}">
                    <a16:creationId xmlns:a16="http://schemas.microsoft.com/office/drawing/2014/main" id="{26C9F590-D542-BC0D-A7EB-CF386EE1839E}"/>
                  </a:ext>
                </a:extLst>
              </p:cNvPr>
              <p:cNvGrpSpPr/>
              <p:nvPr/>
            </p:nvGrpSpPr>
            <p:grpSpPr>
              <a:xfrm>
                <a:off x="9989673" y="4589668"/>
                <a:ext cx="6553202" cy="5620814"/>
                <a:chOff x="-4123634" y="51602"/>
                <a:chExt cx="18646013" cy="2197851"/>
              </a:xfrm>
            </p:grpSpPr>
            <p:sp>
              <p:nvSpPr>
                <p:cNvPr id="5" name="Freeform 5">
                  <a:extLst>
                    <a:ext uri="{FF2B5EF4-FFF2-40B4-BE49-F238E27FC236}">
                      <a16:creationId xmlns:a16="http://schemas.microsoft.com/office/drawing/2014/main" id="{ED257144-C9DE-22F2-53FD-FA9FC91782A6}"/>
                    </a:ext>
                  </a:extLst>
                </p:cNvPr>
                <p:cNvSpPr/>
                <p:nvPr/>
              </p:nvSpPr>
              <p:spPr>
                <a:xfrm>
                  <a:off x="-4123634" y="51602"/>
                  <a:ext cx="18646013" cy="21978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46012" h="1757934">
                      <a:moveTo>
                        <a:pt x="0" y="878967"/>
                      </a:moveTo>
                      <a:cubicBezTo>
                        <a:pt x="0" y="393319"/>
                        <a:pt x="398780" y="0"/>
                        <a:pt x="890524" y="0"/>
                      </a:cubicBezTo>
                      <a:lnTo>
                        <a:pt x="17755488" y="0"/>
                      </a:lnTo>
                      <a:lnTo>
                        <a:pt x="17755488" y="12700"/>
                      </a:lnTo>
                      <a:lnTo>
                        <a:pt x="17755488" y="0"/>
                      </a:lnTo>
                      <a:cubicBezTo>
                        <a:pt x="18247105" y="0"/>
                        <a:pt x="18646012" y="393319"/>
                        <a:pt x="18646012" y="878967"/>
                      </a:cubicBezTo>
                      <a:lnTo>
                        <a:pt x="18633312" y="878967"/>
                      </a:lnTo>
                      <a:lnTo>
                        <a:pt x="18646012" y="878967"/>
                      </a:lnTo>
                      <a:lnTo>
                        <a:pt x="18633312" y="878967"/>
                      </a:lnTo>
                      <a:lnTo>
                        <a:pt x="18646012" y="878967"/>
                      </a:lnTo>
                      <a:cubicBezTo>
                        <a:pt x="18646012" y="1364615"/>
                        <a:pt x="18247232" y="1757934"/>
                        <a:pt x="17755488" y="1757934"/>
                      </a:cubicBezTo>
                      <a:lnTo>
                        <a:pt x="17755488" y="1745234"/>
                      </a:lnTo>
                      <a:lnTo>
                        <a:pt x="17755488" y="1757934"/>
                      </a:lnTo>
                      <a:lnTo>
                        <a:pt x="890524" y="1757934"/>
                      </a:lnTo>
                      <a:lnTo>
                        <a:pt x="890524" y="1745234"/>
                      </a:lnTo>
                      <a:lnTo>
                        <a:pt x="890524" y="1757934"/>
                      </a:lnTo>
                      <a:cubicBezTo>
                        <a:pt x="398780" y="1757934"/>
                        <a:pt x="0" y="1364615"/>
                        <a:pt x="0" y="878967"/>
                      </a:cubicBezTo>
                      <a:lnTo>
                        <a:pt x="12700" y="878967"/>
                      </a:lnTo>
                      <a:lnTo>
                        <a:pt x="0" y="878967"/>
                      </a:lnTo>
                      <a:moveTo>
                        <a:pt x="25400" y="878967"/>
                      </a:moveTo>
                      <a:lnTo>
                        <a:pt x="12700" y="878967"/>
                      </a:lnTo>
                      <a:lnTo>
                        <a:pt x="25400" y="878967"/>
                      </a:lnTo>
                      <a:cubicBezTo>
                        <a:pt x="25400" y="1350264"/>
                        <a:pt x="412496" y="1732534"/>
                        <a:pt x="890524" y="1732534"/>
                      </a:cubicBezTo>
                      <a:lnTo>
                        <a:pt x="17755488" y="1732534"/>
                      </a:lnTo>
                      <a:cubicBezTo>
                        <a:pt x="18233389" y="1732534"/>
                        <a:pt x="18620612" y="1350264"/>
                        <a:pt x="18620612" y="878967"/>
                      </a:cubicBezTo>
                      <a:cubicBezTo>
                        <a:pt x="18620612" y="407670"/>
                        <a:pt x="18233517" y="25400"/>
                        <a:pt x="17755488" y="25400"/>
                      </a:cubicBezTo>
                      <a:lnTo>
                        <a:pt x="890524" y="25400"/>
                      </a:lnTo>
                      <a:lnTo>
                        <a:pt x="890524" y="12700"/>
                      </a:lnTo>
                      <a:lnTo>
                        <a:pt x="890524" y="25400"/>
                      </a:lnTo>
                      <a:cubicBezTo>
                        <a:pt x="412496" y="25400"/>
                        <a:pt x="25400" y="407670"/>
                        <a:pt x="25400" y="878967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  <p:txBody>
                <a:bodyPr/>
                <a:lstStyle/>
                <a:p>
                  <a:endParaRPr lang="en-GB" dirty="0"/>
                </a:p>
              </p:txBody>
            </p:sp>
          </p:grp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9DEFD525-69BE-481A-1B14-0AA3AB96638A}"/>
                  </a:ext>
                </a:extLst>
              </p:cNvPr>
              <p:cNvSpPr txBox="1"/>
              <p:nvPr/>
            </p:nvSpPr>
            <p:spPr>
              <a:xfrm>
                <a:off x="10491064" y="5627960"/>
                <a:ext cx="6017441" cy="170241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en-US" altLang="zh-CN" sz="2821" dirty="0">
                    <a:solidFill>
                      <a:srgbClr val="404040"/>
                    </a:solidFill>
                    <a:latin typeface="字由点字典黑 35J"/>
                    <a:ea typeface="字由点字典黑 35J"/>
                  </a:rPr>
                  <a:t>This class set a model for Baidu interface’s request to upload the image to Baidu system to analyze and return result.</a:t>
                </a:r>
              </a:p>
            </p:txBody>
          </p:sp>
        </p:grpSp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8163B258-E4FA-80B1-DE6B-4B35D117FD50}"/>
              </a:ext>
            </a:extLst>
          </p:cNvPr>
          <p:cNvSpPr txBox="1"/>
          <p:nvPr/>
        </p:nvSpPr>
        <p:spPr>
          <a:xfrm>
            <a:off x="1790700" y="1067129"/>
            <a:ext cx="12382500" cy="74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759"/>
              </a:lnSpc>
            </a:pPr>
            <a:r>
              <a:rPr lang="en-US" sz="4999" b="1" spc="333" dirty="0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sym typeface="字由点字典黑 75J"/>
              </a:rPr>
              <a:t>Code explanation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7706F3A0-6789-2F64-C746-40B1CB3D65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4814" y="1981786"/>
            <a:ext cx="7677150" cy="813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1981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616D0-90E1-B79C-E7DD-714FF22DF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78EC4C8-C9F3-FB21-ADD2-64282E874EAA}"/>
              </a:ext>
            </a:extLst>
          </p:cNvPr>
          <p:cNvGrpSpPr/>
          <p:nvPr/>
        </p:nvGrpSpPr>
        <p:grpSpPr>
          <a:xfrm>
            <a:off x="19050" y="-11430"/>
            <a:ext cx="18288000" cy="10287000"/>
            <a:chOff x="0" y="0"/>
            <a:chExt cx="24384000" cy="13716000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DDD6BAA3-038A-874C-A79E-98F873BDB6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5000"/>
            </a:blip>
            <a:srcRect/>
            <a:stretch>
              <a:fillRect/>
            </a:stretch>
          </p:blipFill>
          <p:spPr>
            <a:xfrm>
              <a:off x="0" y="0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15433939-019E-9C9E-CC3C-E46A5B1EEBFD}"/>
              </a:ext>
            </a:extLst>
          </p:cNvPr>
          <p:cNvGrpSpPr/>
          <p:nvPr/>
        </p:nvGrpSpPr>
        <p:grpSpPr>
          <a:xfrm>
            <a:off x="1364274" y="1267835"/>
            <a:ext cx="335574" cy="335574"/>
            <a:chOff x="0" y="0"/>
            <a:chExt cx="447432" cy="447432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31D3D2A9-379D-3BC2-2DA7-A03A6C60D02A}"/>
                </a:ext>
              </a:extLst>
            </p:cNvPr>
            <p:cNvSpPr/>
            <p:nvPr/>
          </p:nvSpPr>
          <p:spPr>
            <a:xfrm>
              <a:off x="0" y="0"/>
              <a:ext cx="447548" cy="447548"/>
            </a:xfrm>
            <a:custGeom>
              <a:avLst/>
              <a:gdLst/>
              <a:ahLst/>
              <a:cxnLst/>
              <a:rect l="l" t="t" r="r" b="b"/>
              <a:pathLst>
                <a:path w="447548" h="447548">
                  <a:moveTo>
                    <a:pt x="0" y="223774"/>
                  </a:moveTo>
                  <a:cubicBezTo>
                    <a:pt x="123571" y="223774"/>
                    <a:pt x="223774" y="123571"/>
                    <a:pt x="223774" y="0"/>
                  </a:cubicBezTo>
                  <a:cubicBezTo>
                    <a:pt x="223774" y="123571"/>
                    <a:pt x="323977" y="223774"/>
                    <a:pt x="447548" y="223774"/>
                  </a:cubicBezTo>
                  <a:cubicBezTo>
                    <a:pt x="323977" y="223774"/>
                    <a:pt x="223774" y="323977"/>
                    <a:pt x="223774" y="447548"/>
                  </a:cubicBezTo>
                  <a:cubicBezTo>
                    <a:pt x="223774" y="323850"/>
                    <a:pt x="123571" y="223774"/>
                    <a:pt x="0" y="223774"/>
                  </a:cubicBezTo>
                  <a:close/>
                </a:path>
              </a:pathLst>
            </a:custGeom>
            <a:solidFill>
              <a:srgbClr val="373737"/>
            </a:solidFill>
          </p:spPr>
        </p:sp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6CFCD6C7-5940-20BB-791B-19ABD278B8B9}"/>
              </a:ext>
            </a:extLst>
          </p:cNvPr>
          <p:cNvSpPr txBox="1"/>
          <p:nvPr/>
        </p:nvSpPr>
        <p:spPr>
          <a:xfrm>
            <a:off x="1790700" y="1067129"/>
            <a:ext cx="12382500" cy="74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759"/>
              </a:lnSpc>
            </a:pPr>
            <a:r>
              <a:rPr lang="en-US" sz="4999" b="1" spc="333" dirty="0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sym typeface="字由点字典黑 75J"/>
              </a:rPr>
              <a:t>Code explanation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84CDF3BC-D625-557F-553E-571876E780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1943100"/>
            <a:ext cx="8884949" cy="7783577"/>
          </a:xfrm>
          <a:prstGeom prst="rect">
            <a:avLst/>
          </a:prstGeom>
        </p:spPr>
      </p:pic>
      <p:grpSp>
        <p:nvGrpSpPr>
          <p:cNvPr id="17" name="组合 16">
            <a:extLst>
              <a:ext uri="{FF2B5EF4-FFF2-40B4-BE49-F238E27FC236}">
                <a16:creationId xmlns:a16="http://schemas.microsoft.com/office/drawing/2014/main" id="{16AC32E8-38AC-AF5C-A621-5A38FF3027A4}"/>
              </a:ext>
            </a:extLst>
          </p:cNvPr>
          <p:cNvGrpSpPr/>
          <p:nvPr/>
        </p:nvGrpSpPr>
        <p:grpSpPr>
          <a:xfrm>
            <a:off x="10287000" y="3619500"/>
            <a:ext cx="7543800" cy="3560844"/>
            <a:chOff x="7625474" y="-164334"/>
            <a:chExt cx="6553202" cy="10662553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F7C776AF-1C62-E23C-5F3D-4E0B689D8BC0}"/>
                </a:ext>
              </a:extLst>
            </p:cNvPr>
            <p:cNvGrpSpPr/>
            <p:nvPr/>
          </p:nvGrpSpPr>
          <p:grpSpPr>
            <a:xfrm>
              <a:off x="12033638" y="8498321"/>
              <a:ext cx="1635121" cy="1999898"/>
              <a:chOff x="12581312" y="4323111"/>
              <a:chExt cx="1239886" cy="1449035"/>
            </a:xfrm>
          </p:grpSpPr>
          <p:grpSp>
            <p:nvGrpSpPr>
              <p:cNvPr id="27" name="Group 9">
                <a:extLst>
                  <a:ext uri="{FF2B5EF4-FFF2-40B4-BE49-F238E27FC236}">
                    <a16:creationId xmlns:a16="http://schemas.microsoft.com/office/drawing/2014/main" id="{3872B95C-7F7C-FF31-273D-992508D57808}"/>
                  </a:ext>
                </a:extLst>
              </p:cNvPr>
              <p:cNvGrpSpPr/>
              <p:nvPr/>
            </p:nvGrpSpPr>
            <p:grpSpPr>
              <a:xfrm>
                <a:off x="12581312" y="4323111"/>
                <a:ext cx="380947" cy="1448060"/>
                <a:chOff x="-1855004" y="639228"/>
                <a:chExt cx="507928" cy="1930747"/>
              </a:xfrm>
            </p:grpSpPr>
            <p:sp>
              <p:nvSpPr>
                <p:cNvPr id="32" name="Freeform 10">
                  <a:extLst>
                    <a:ext uri="{FF2B5EF4-FFF2-40B4-BE49-F238E27FC236}">
                      <a16:creationId xmlns:a16="http://schemas.microsoft.com/office/drawing/2014/main" id="{9A97D43F-06D2-7D68-EE6F-E2436C6F525D}"/>
                    </a:ext>
                  </a:extLst>
                </p:cNvPr>
                <p:cNvSpPr/>
                <p:nvPr/>
              </p:nvSpPr>
              <p:spPr>
                <a:xfrm>
                  <a:off x="-1855004" y="639228"/>
                  <a:ext cx="507928" cy="19307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grpSp>
            <p:nvGrpSpPr>
              <p:cNvPr id="28" name="Group 11">
                <a:extLst>
                  <a:ext uri="{FF2B5EF4-FFF2-40B4-BE49-F238E27FC236}">
                    <a16:creationId xmlns:a16="http://schemas.microsoft.com/office/drawing/2014/main" id="{00115F2A-564E-51AD-B6CB-724144C0B436}"/>
                  </a:ext>
                </a:extLst>
              </p:cNvPr>
              <p:cNvGrpSpPr/>
              <p:nvPr/>
            </p:nvGrpSpPr>
            <p:grpSpPr>
              <a:xfrm>
                <a:off x="13440251" y="4324084"/>
                <a:ext cx="380947" cy="1448059"/>
                <a:chOff x="-1157187" y="640526"/>
                <a:chExt cx="507928" cy="1930745"/>
              </a:xfrm>
            </p:grpSpPr>
            <p:sp>
              <p:nvSpPr>
                <p:cNvPr id="31" name="Freeform 12">
                  <a:extLst>
                    <a:ext uri="{FF2B5EF4-FFF2-40B4-BE49-F238E27FC236}">
                      <a16:creationId xmlns:a16="http://schemas.microsoft.com/office/drawing/2014/main" id="{370FF4DF-80B7-01F8-751B-ECEF56B231DB}"/>
                    </a:ext>
                  </a:extLst>
                </p:cNvPr>
                <p:cNvSpPr/>
                <p:nvPr/>
              </p:nvSpPr>
              <p:spPr>
                <a:xfrm>
                  <a:off x="-1157187" y="640526"/>
                  <a:ext cx="507928" cy="19307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grpSp>
            <p:nvGrpSpPr>
              <p:cNvPr id="29" name="Group 13">
                <a:extLst>
                  <a:ext uri="{FF2B5EF4-FFF2-40B4-BE49-F238E27FC236}">
                    <a16:creationId xmlns:a16="http://schemas.microsoft.com/office/drawing/2014/main" id="{606920F3-36A5-2E9F-7589-9B1672CD778D}"/>
                  </a:ext>
                </a:extLst>
              </p:cNvPr>
              <p:cNvGrpSpPr/>
              <p:nvPr/>
            </p:nvGrpSpPr>
            <p:grpSpPr>
              <a:xfrm>
                <a:off x="13010780" y="4324089"/>
                <a:ext cx="380947" cy="1448057"/>
                <a:chOff x="-2177245" y="640532"/>
                <a:chExt cx="507929" cy="1930743"/>
              </a:xfrm>
            </p:grpSpPr>
            <p:sp>
              <p:nvSpPr>
                <p:cNvPr id="30" name="Freeform 14">
                  <a:extLst>
                    <a:ext uri="{FF2B5EF4-FFF2-40B4-BE49-F238E27FC236}">
                      <a16:creationId xmlns:a16="http://schemas.microsoft.com/office/drawing/2014/main" id="{3903980B-EF54-2EB9-718F-DD7839CF9E97}"/>
                    </a:ext>
                  </a:extLst>
                </p:cNvPr>
                <p:cNvSpPr/>
                <p:nvPr/>
              </p:nvSpPr>
              <p:spPr>
                <a:xfrm>
                  <a:off x="-2177245" y="640532"/>
                  <a:ext cx="507929" cy="19307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</p:grp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BD623FE8-BE87-F9DD-37A3-BC6B09670842}"/>
                </a:ext>
              </a:extLst>
            </p:cNvPr>
            <p:cNvGrpSpPr/>
            <p:nvPr/>
          </p:nvGrpSpPr>
          <p:grpSpPr>
            <a:xfrm>
              <a:off x="7625474" y="-164334"/>
              <a:ext cx="6553202" cy="9774542"/>
              <a:chOff x="9724899" y="673866"/>
              <a:chExt cx="6553202" cy="9774542"/>
            </a:xfrm>
          </p:grpSpPr>
          <p:grpSp>
            <p:nvGrpSpPr>
              <p:cNvPr id="24" name="Group 4">
                <a:extLst>
                  <a:ext uri="{FF2B5EF4-FFF2-40B4-BE49-F238E27FC236}">
                    <a16:creationId xmlns:a16="http://schemas.microsoft.com/office/drawing/2014/main" id="{502358A6-E5A8-55E2-28C9-F57748FF4C5E}"/>
                  </a:ext>
                </a:extLst>
              </p:cNvPr>
              <p:cNvGrpSpPr/>
              <p:nvPr/>
            </p:nvGrpSpPr>
            <p:grpSpPr>
              <a:xfrm>
                <a:off x="9724899" y="673866"/>
                <a:ext cx="6553202" cy="9774542"/>
                <a:chOff x="-4877003" y="-1479555"/>
                <a:chExt cx="18646013" cy="3822042"/>
              </a:xfrm>
            </p:grpSpPr>
            <p:sp>
              <p:nvSpPr>
                <p:cNvPr id="26" name="Freeform 5">
                  <a:extLst>
                    <a:ext uri="{FF2B5EF4-FFF2-40B4-BE49-F238E27FC236}">
                      <a16:creationId xmlns:a16="http://schemas.microsoft.com/office/drawing/2014/main" id="{9384273A-07BD-C81C-7817-17D07716098F}"/>
                    </a:ext>
                  </a:extLst>
                </p:cNvPr>
                <p:cNvSpPr/>
                <p:nvPr/>
              </p:nvSpPr>
              <p:spPr>
                <a:xfrm>
                  <a:off x="-4877003" y="-1479555"/>
                  <a:ext cx="18646013" cy="38220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46012" h="1757934">
                      <a:moveTo>
                        <a:pt x="0" y="878967"/>
                      </a:moveTo>
                      <a:cubicBezTo>
                        <a:pt x="0" y="393319"/>
                        <a:pt x="398780" y="0"/>
                        <a:pt x="890524" y="0"/>
                      </a:cubicBezTo>
                      <a:lnTo>
                        <a:pt x="17755488" y="0"/>
                      </a:lnTo>
                      <a:lnTo>
                        <a:pt x="17755488" y="12700"/>
                      </a:lnTo>
                      <a:lnTo>
                        <a:pt x="17755488" y="0"/>
                      </a:lnTo>
                      <a:cubicBezTo>
                        <a:pt x="18247105" y="0"/>
                        <a:pt x="18646012" y="393319"/>
                        <a:pt x="18646012" y="878967"/>
                      </a:cubicBezTo>
                      <a:lnTo>
                        <a:pt x="18633312" y="878967"/>
                      </a:lnTo>
                      <a:lnTo>
                        <a:pt x="18646012" y="878967"/>
                      </a:lnTo>
                      <a:lnTo>
                        <a:pt x="18633312" y="878967"/>
                      </a:lnTo>
                      <a:lnTo>
                        <a:pt x="18646012" y="878967"/>
                      </a:lnTo>
                      <a:cubicBezTo>
                        <a:pt x="18646012" y="1364615"/>
                        <a:pt x="18247232" y="1757934"/>
                        <a:pt x="17755488" y="1757934"/>
                      </a:cubicBezTo>
                      <a:lnTo>
                        <a:pt x="17755488" y="1745234"/>
                      </a:lnTo>
                      <a:lnTo>
                        <a:pt x="17755488" y="1757934"/>
                      </a:lnTo>
                      <a:lnTo>
                        <a:pt x="890524" y="1757934"/>
                      </a:lnTo>
                      <a:lnTo>
                        <a:pt x="890524" y="1745234"/>
                      </a:lnTo>
                      <a:lnTo>
                        <a:pt x="890524" y="1757934"/>
                      </a:lnTo>
                      <a:cubicBezTo>
                        <a:pt x="398780" y="1757934"/>
                        <a:pt x="0" y="1364615"/>
                        <a:pt x="0" y="878967"/>
                      </a:cubicBezTo>
                      <a:lnTo>
                        <a:pt x="12700" y="878967"/>
                      </a:lnTo>
                      <a:lnTo>
                        <a:pt x="0" y="878967"/>
                      </a:lnTo>
                      <a:moveTo>
                        <a:pt x="25400" y="878967"/>
                      </a:moveTo>
                      <a:lnTo>
                        <a:pt x="12700" y="878967"/>
                      </a:lnTo>
                      <a:lnTo>
                        <a:pt x="25400" y="878967"/>
                      </a:lnTo>
                      <a:cubicBezTo>
                        <a:pt x="25400" y="1350264"/>
                        <a:pt x="412496" y="1732534"/>
                        <a:pt x="890524" y="1732534"/>
                      </a:cubicBezTo>
                      <a:lnTo>
                        <a:pt x="17755488" y="1732534"/>
                      </a:lnTo>
                      <a:cubicBezTo>
                        <a:pt x="18233389" y="1732534"/>
                        <a:pt x="18620612" y="1350264"/>
                        <a:pt x="18620612" y="878967"/>
                      </a:cubicBezTo>
                      <a:cubicBezTo>
                        <a:pt x="18620612" y="407670"/>
                        <a:pt x="18233517" y="25400"/>
                        <a:pt x="17755488" y="25400"/>
                      </a:cubicBezTo>
                      <a:lnTo>
                        <a:pt x="890524" y="25400"/>
                      </a:lnTo>
                      <a:lnTo>
                        <a:pt x="890524" y="12700"/>
                      </a:lnTo>
                      <a:lnTo>
                        <a:pt x="890524" y="25400"/>
                      </a:lnTo>
                      <a:cubicBezTo>
                        <a:pt x="412496" y="25400"/>
                        <a:pt x="25400" y="407670"/>
                        <a:pt x="25400" y="878967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  <p:txBody>
                <a:bodyPr/>
                <a:lstStyle/>
                <a:p>
                  <a:endParaRPr lang="en-GB" dirty="0"/>
                </a:p>
              </p:txBody>
            </p:sp>
          </p:grpSp>
          <p:sp>
            <p:nvSpPr>
              <p:cNvPr id="25" name="TextBox 20">
                <a:extLst>
                  <a:ext uri="{FF2B5EF4-FFF2-40B4-BE49-F238E27FC236}">
                    <a16:creationId xmlns:a16="http://schemas.microsoft.com/office/drawing/2014/main" id="{39B26DC0-15CD-03E0-9B7D-096F9E878390}"/>
                  </a:ext>
                </a:extLst>
              </p:cNvPr>
              <p:cNvSpPr txBox="1"/>
              <p:nvPr/>
            </p:nvSpPr>
            <p:spPr>
              <a:xfrm>
                <a:off x="10188257" y="1661604"/>
                <a:ext cx="6017441" cy="7799063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zh-CN" sz="2821" dirty="0">
                    <a:solidFill>
                      <a:srgbClr val="404040"/>
                    </a:solidFill>
                    <a:latin typeface="字由点字典黑 35J"/>
                    <a:ea typeface="字由点字典黑 35J"/>
                  </a:rPr>
                  <a:t>This class set a model for Baidu interface’s result to process the </a:t>
                </a:r>
                <a:r>
                  <a:rPr lang="en-US" altLang="zh-CN" sz="2821" dirty="0" err="1">
                    <a:solidFill>
                      <a:srgbClr val="404040"/>
                    </a:solidFill>
                    <a:latin typeface="字由点字典黑 35J"/>
                    <a:ea typeface="字由点字典黑 35J"/>
                  </a:rPr>
                  <a:t>json</a:t>
                </a:r>
                <a:r>
                  <a:rPr lang="en-US" altLang="zh-CN" sz="2821" dirty="0">
                    <a:solidFill>
                      <a:srgbClr val="404040"/>
                    </a:solidFill>
                    <a:latin typeface="字由点字典黑 35J"/>
                    <a:ea typeface="字由点字典黑 35J"/>
                  </a:rPr>
                  <a:t> result and split them into useful parts since the reply contains 5 results and ordered by their scores. Here I will use the highest score, which is the most similar one.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384119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44CE2-35B0-8F15-1CDB-BD3C1B82E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21DA06A-53C3-9E2C-E101-84F729819955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304E9473-1A92-A7EA-2A21-C40BEB43A1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5000"/>
            </a:blip>
            <a:srcRect/>
            <a:stretch>
              <a:fillRect/>
            </a:stretch>
          </p:blipFill>
          <p:spPr>
            <a:xfrm>
              <a:off x="0" y="0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2CD499E3-A35D-E2D0-6287-FDEA08F998E9}"/>
              </a:ext>
            </a:extLst>
          </p:cNvPr>
          <p:cNvGrpSpPr/>
          <p:nvPr/>
        </p:nvGrpSpPr>
        <p:grpSpPr>
          <a:xfrm>
            <a:off x="1364274" y="1267835"/>
            <a:ext cx="335574" cy="335574"/>
            <a:chOff x="0" y="0"/>
            <a:chExt cx="447432" cy="447432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3E137658-1E25-39F1-2631-F68A2613B29E}"/>
                </a:ext>
              </a:extLst>
            </p:cNvPr>
            <p:cNvSpPr/>
            <p:nvPr/>
          </p:nvSpPr>
          <p:spPr>
            <a:xfrm>
              <a:off x="0" y="0"/>
              <a:ext cx="447548" cy="447548"/>
            </a:xfrm>
            <a:custGeom>
              <a:avLst/>
              <a:gdLst/>
              <a:ahLst/>
              <a:cxnLst/>
              <a:rect l="l" t="t" r="r" b="b"/>
              <a:pathLst>
                <a:path w="447548" h="447548">
                  <a:moveTo>
                    <a:pt x="0" y="223774"/>
                  </a:moveTo>
                  <a:cubicBezTo>
                    <a:pt x="123571" y="223774"/>
                    <a:pt x="223774" y="123571"/>
                    <a:pt x="223774" y="0"/>
                  </a:cubicBezTo>
                  <a:cubicBezTo>
                    <a:pt x="223774" y="123571"/>
                    <a:pt x="323977" y="223774"/>
                    <a:pt x="447548" y="223774"/>
                  </a:cubicBezTo>
                  <a:cubicBezTo>
                    <a:pt x="323977" y="223774"/>
                    <a:pt x="223774" y="323977"/>
                    <a:pt x="223774" y="447548"/>
                  </a:cubicBezTo>
                  <a:cubicBezTo>
                    <a:pt x="223774" y="323850"/>
                    <a:pt x="123571" y="223774"/>
                    <a:pt x="0" y="223774"/>
                  </a:cubicBezTo>
                  <a:close/>
                </a:path>
              </a:pathLst>
            </a:custGeom>
            <a:solidFill>
              <a:srgbClr val="373737"/>
            </a:solidFill>
          </p:spPr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36293A6F-F1E2-DA40-D0E3-27487F3E8CA3}"/>
              </a:ext>
            </a:extLst>
          </p:cNvPr>
          <p:cNvGrpSpPr/>
          <p:nvPr/>
        </p:nvGrpSpPr>
        <p:grpSpPr>
          <a:xfrm>
            <a:off x="12369026" y="4007978"/>
            <a:ext cx="5589311" cy="4184261"/>
            <a:chOff x="9339513" y="3619500"/>
            <a:chExt cx="6553201" cy="6914587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E68FB147-7273-F4A4-EF34-45614EA33139}"/>
                </a:ext>
              </a:extLst>
            </p:cNvPr>
            <p:cNvGrpSpPr/>
            <p:nvPr/>
          </p:nvGrpSpPr>
          <p:grpSpPr>
            <a:xfrm>
              <a:off x="13378658" y="9026478"/>
              <a:ext cx="2171055" cy="1507609"/>
              <a:chOff x="13601216" y="4705791"/>
              <a:chExt cx="1646276" cy="1092345"/>
            </a:xfrm>
          </p:grpSpPr>
          <p:grpSp>
            <p:nvGrpSpPr>
              <p:cNvPr id="9" name="Group 9">
                <a:extLst>
                  <a:ext uri="{FF2B5EF4-FFF2-40B4-BE49-F238E27FC236}">
                    <a16:creationId xmlns:a16="http://schemas.microsoft.com/office/drawing/2014/main" id="{E32AAEAE-A2C7-F3ED-20CF-0359D49A785A}"/>
                  </a:ext>
                </a:extLst>
              </p:cNvPr>
              <p:cNvGrpSpPr/>
              <p:nvPr/>
            </p:nvGrpSpPr>
            <p:grpSpPr>
              <a:xfrm>
                <a:off x="13601216" y="4720781"/>
                <a:ext cx="451311" cy="1077355"/>
                <a:chOff x="-495138" y="1169454"/>
                <a:chExt cx="601749" cy="1436475"/>
              </a:xfrm>
            </p:grpSpPr>
            <p:sp>
              <p:nvSpPr>
                <p:cNvPr id="10" name="Freeform 10">
                  <a:extLst>
                    <a:ext uri="{FF2B5EF4-FFF2-40B4-BE49-F238E27FC236}">
                      <a16:creationId xmlns:a16="http://schemas.microsoft.com/office/drawing/2014/main" id="{1D18904D-E462-3A42-F731-A92F04B7BE0D}"/>
                    </a:ext>
                  </a:extLst>
                </p:cNvPr>
                <p:cNvSpPr/>
                <p:nvPr/>
              </p:nvSpPr>
              <p:spPr>
                <a:xfrm>
                  <a:off x="-495138" y="1169454"/>
                  <a:ext cx="601749" cy="1436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grpSp>
            <p:nvGrpSpPr>
              <p:cNvPr id="11" name="Group 11">
                <a:extLst>
                  <a:ext uri="{FF2B5EF4-FFF2-40B4-BE49-F238E27FC236}">
                    <a16:creationId xmlns:a16="http://schemas.microsoft.com/office/drawing/2014/main" id="{6540579C-6F33-91AC-0BB7-419610D8E207}"/>
                  </a:ext>
                </a:extLst>
              </p:cNvPr>
              <p:cNvGrpSpPr/>
              <p:nvPr/>
            </p:nvGrpSpPr>
            <p:grpSpPr>
              <a:xfrm>
                <a:off x="14198699" y="4705793"/>
                <a:ext cx="451311" cy="1077357"/>
                <a:chOff x="-145925" y="1149471"/>
                <a:chExt cx="601748" cy="1436477"/>
              </a:xfrm>
            </p:grpSpPr>
            <p:sp>
              <p:nvSpPr>
                <p:cNvPr id="12" name="Freeform 12">
                  <a:extLst>
                    <a:ext uri="{FF2B5EF4-FFF2-40B4-BE49-F238E27FC236}">
                      <a16:creationId xmlns:a16="http://schemas.microsoft.com/office/drawing/2014/main" id="{F56005D0-B19E-D78E-E8F3-304231297DFD}"/>
                    </a:ext>
                  </a:extLst>
                </p:cNvPr>
                <p:cNvSpPr/>
                <p:nvPr/>
              </p:nvSpPr>
              <p:spPr>
                <a:xfrm>
                  <a:off x="-145925" y="1149471"/>
                  <a:ext cx="601748" cy="14364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  <p:txBody>
                <a:bodyPr/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13" name="Group 13">
                <a:extLst>
                  <a:ext uri="{FF2B5EF4-FFF2-40B4-BE49-F238E27FC236}">
                    <a16:creationId xmlns:a16="http://schemas.microsoft.com/office/drawing/2014/main" id="{4DBCA614-58A1-1F0A-58AE-8A238676C1E1}"/>
                  </a:ext>
                </a:extLst>
              </p:cNvPr>
              <p:cNvGrpSpPr/>
              <p:nvPr/>
            </p:nvGrpSpPr>
            <p:grpSpPr>
              <a:xfrm>
                <a:off x="14796181" y="4705791"/>
                <a:ext cx="451311" cy="1077357"/>
                <a:chOff x="203288" y="1149468"/>
                <a:chExt cx="601747" cy="1436478"/>
              </a:xfrm>
            </p:grpSpPr>
            <p:sp>
              <p:nvSpPr>
                <p:cNvPr id="14" name="Freeform 14">
                  <a:extLst>
                    <a:ext uri="{FF2B5EF4-FFF2-40B4-BE49-F238E27FC236}">
                      <a16:creationId xmlns:a16="http://schemas.microsoft.com/office/drawing/2014/main" id="{6919ED1E-B510-33DF-F8BD-BA831A6B6869}"/>
                    </a:ext>
                  </a:extLst>
                </p:cNvPr>
                <p:cNvSpPr/>
                <p:nvPr/>
              </p:nvSpPr>
              <p:spPr>
                <a:xfrm>
                  <a:off x="203288" y="1149468"/>
                  <a:ext cx="601747" cy="1436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201AB1DB-4811-4925-22CB-58D535B61147}"/>
                </a:ext>
              </a:extLst>
            </p:cNvPr>
            <p:cNvGrpSpPr/>
            <p:nvPr/>
          </p:nvGrpSpPr>
          <p:grpSpPr>
            <a:xfrm>
              <a:off x="9339513" y="3619500"/>
              <a:ext cx="6553201" cy="6171128"/>
              <a:chOff x="11438938" y="4457700"/>
              <a:chExt cx="6553201" cy="6171128"/>
            </a:xfrm>
          </p:grpSpPr>
          <p:grpSp>
            <p:nvGrpSpPr>
              <p:cNvPr id="4" name="Group 4">
                <a:extLst>
                  <a:ext uri="{FF2B5EF4-FFF2-40B4-BE49-F238E27FC236}">
                    <a16:creationId xmlns:a16="http://schemas.microsoft.com/office/drawing/2014/main" id="{B41FB626-E1F5-0E20-C97E-7F9FE9948AAB}"/>
                  </a:ext>
                </a:extLst>
              </p:cNvPr>
              <p:cNvGrpSpPr/>
              <p:nvPr/>
            </p:nvGrpSpPr>
            <p:grpSpPr>
              <a:xfrm>
                <a:off x="11438938" y="4457700"/>
                <a:ext cx="6553201" cy="6171128"/>
                <a:chOff x="0" y="0"/>
                <a:chExt cx="18646011" cy="2413035"/>
              </a:xfrm>
            </p:grpSpPr>
            <p:sp>
              <p:nvSpPr>
                <p:cNvPr id="5" name="Freeform 5">
                  <a:extLst>
                    <a:ext uri="{FF2B5EF4-FFF2-40B4-BE49-F238E27FC236}">
                      <a16:creationId xmlns:a16="http://schemas.microsoft.com/office/drawing/2014/main" id="{D0CC209E-15D7-2849-F85D-3CB15D8B0896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8646011" cy="24130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46012" h="1757934">
                      <a:moveTo>
                        <a:pt x="0" y="878967"/>
                      </a:moveTo>
                      <a:cubicBezTo>
                        <a:pt x="0" y="393319"/>
                        <a:pt x="398780" y="0"/>
                        <a:pt x="890524" y="0"/>
                      </a:cubicBezTo>
                      <a:lnTo>
                        <a:pt x="17755488" y="0"/>
                      </a:lnTo>
                      <a:lnTo>
                        <a:pt x="17755488" y="12700"/>
                      </a:lnTo>
                      <a:lnTo>
                        <a:pt x="17755488" y="0"/>
                      </a:lnTo>
                      <a:cubicBezTo>
                        <a:pt x="18247105" y="0"/>
                        <a:pt x="18646012" y="393319"/>
                        <a:pt x="18646012" y="878967"/>
                      </a:cubicBezTo>
                      <a:lnTo>
                        <a:pt x="18633312" y="878967"/>
                      </a:lnTo>
                      <a:lnTo>
                        <a:pt x="18646012" y="878967"/>
                      </a:lnTo>
                      <a:lnTo>
                        <a:pt x="18633312" y="878967"/>
                      </a:lnTo>
                      <a:lnTo>
                        <a:pt x="18646012" y="878967"/>
                      </a:lnTo>
                      <a:cubicBezTo>
                        <a:pt x="18646012" y="1364615"/>
                        <a:pt x="18247232" y="1757934"/>
                        <a:pt x="17755488" y="1757934"/>
                      </a:cubicBezTo>
                      <a:lnTo>
                        <a:pt x="17755488" y="1745234"/>
                      </a:lnTo>
                      <a:lnTo>
                        <a:pt x="17755488" y="1757934"/>
                      </a:lnTo>
                      <a:lnTo>
                        <a:pt x="890524" y="1757934"/>
                      </a:lnTo>
                      <a:lnTo>
                        <a:pt x="890524" y="1745234"/>
                      </a:lnTo>
                      <a:lnTo>
                        <a:pt x="890524" y="1757934"/>
                      </a:lnTo>
                      <a:cubicBezTo>
                        <a:pt x="398780" y="1757934"/>
                        <a:pt x="0" y="1364615"/>
                        <a:pt x="0" y="878967"/>
                      </a:cubicBezTo>
                      <a:lnTo>
                        <a:pt x="12700" y="878967"/>
                      </a:lnTo>
                      <a:lnTo>
                        <a:pt x="0" y="878967"/>
                      </a:lnTo>
                      <a:moveTo>
                        <a:pt x="25400" y="878967"/>
                      </a:moveTo>
                      <a:lnTo>
                        <a:pt x="12700" y="878967"/>
                      </a:lnTo>
                      <a:lnTo>
                        <a:pt x="25400" y="878967"/>
                      </a:lnTo>
                      <a:cubicBezTo>
                        <a:pt x="25400" y="1350264"/>
                        <a:pt x="412496" y="1732534"/>
                        <a:pt x="890524" y="1732534"/>
                      </a:cubicBezTo>
                      <a:lnTo>
                        <a:pt x="17755488" y="1732534"/>
                      </a:lnTo>
                      <a:cubicBezTo>
                        <a:pt x="18233389" y="1732534"/>
                        <a:pt x="18620612" y="1350264"/>
                        <a:pt x="18620612" y="878967"/>
                      </a:cubicBezTo>
                      <a:cubicBezTo>
                        <a:pt x="18620612" y="407670"/>
                        <a:pt x="18233517" y="25400"/>
                        <a:pt x="17755488" y="25400"/>
                      </a:cubicBezTo>
                      <a:lnTo>
                        <a:pt x="890524" y="25400"/>
                      </a:lnTo>
                      <a:lnTo>
                        <a:pt x="890524" y="12700"/>
                      </a:lnTo>
                      <a:lnTo>
                        <a:pt x="890524" y="25400"/>
                      </a:lnTo>
                      <a:cubicBezTo>
                        <a:pt x="412496" y="25400"/>
                        <a:pt x="25400" y="407670"/>
                        <a:pt x="25400" y="878967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6AFE3C98-FE7E-DCEA-966C-9E512C1BEBAE}"/>
                  </a:ext>
                </a:extLst>
              </p:cNvPr>
              <p:cNvSpPr txBox="1"/>
              <p:nvPr/>
            </p:nvSpPr>
            <p:spPr>
              <a:xfrm>
                <a:off x="11706818" y="4911309"/>
                <a:ext cx="6017441" cy="4110000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609084" lvl="1" indent="-304542" algn="l">
                  <a:lnSpc>
                    <a:spcPts val="4231"/>
                  </a:lnSpc>
                  <a:buFont typeface="Arial"/>
                  <a:buChar char="•"/>
                </a:pPr>
                <a:r>
                  <a:rPr lang="en-US" sz="2821" dirty="0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Here I set the pick image action when clicking the scan button.</a:t>
                </a:r>
              </a:p>
              <a:p>
                <a:pPr marL="609084" lvl="1" indent="-304542" algn="l">
                  <a:lnSpc>
                    <a:spcPts val="4231"/>
                  </a:lnSpc>
                  <a:buFont typeface="Arial"/>
                  <a:buChar char="•"/>
                </a:pPr>
                <a:r>
                  <a:rPr lang="en-US" sz="2821" dirty="0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And it will be uploaded to Baidu interface to be analyzed.</a:t>
                </a:r>
              </a:p>
            </p:txBody>
          </p:sp>
        </p:grpSp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FF574D99-47C5-F8E3-C5F9-FC3D85BEF108}"/>
              </a:ext>
            </a:extLst>
          </p:cNvPr>
          <p:cNvSpPr txBox="1"/>
          <p:nvPr/>
        </p:nvSpPr>
        <p:spPr>
          <a:xfrm>
            <a:off x="1790700" y="1067129"/>
            <a:ext cx="12382500" cy="74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759"/>
              </a:lnSpc>
            </a:pPr>
            <a:r>
              <a:rPr lang="en-US" sz="4999" b="1" spc="333" dirty="0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sym typeface="字由点字典黑 75J"/>
              </a:rPr>
              <a:t>Code explanation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39E201B4-6802-1727-F1B1-589F39DE96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512" y="2396118"/>
            <a:ext cx="11106070" cy="7098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5575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7E96A-3C2D-6D53-4B19-EA6252769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C4A892B-CC65-29DE-6B3A-C7C5128A7948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1EDD6784-E4B8-86A9-5CB1-5F2A8F1AF1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5000"/>
            </a:blip>
            <a:srcRect/>
            <a:stretch>
              <a:fillRect/>
            </a:stretch>
          </p:blipFill>
          <p:spPr>
            <a:xfrm>
              <a:off x="0" y="0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024310A9-FCF0-8E0A-2AE3-D35E506EC737}"/>
              </a:ext>
            </a:extLst>
          </p:cNvPr>
          <p:cNvGrpSpPr/>
          <p:nvPr/>
        </p:nvGrpSpPr>
        <p:grpSpPr>
          <a:xfrm>
            <a:off x="1364274" y="1267835"/>
            <a:ext cx="335574" cy="335574"/>
            <a:chOff x="0" y="0"/>
            <a:chExt cx="447432" cy="447432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5FC861BD-5B57-B718-AE1E-771231EC2625}"/>
                </a:ext>
              </a:extLst>
            </p:cNvPr>
            <p:cNvSpPr/>
            <p:nvPr/>
          </p:nvSpPr>
          <p:spPr>
            <a:xfrm>
              <a:off x="0" y="0"/>
              <a:ext cx="447548" cy="447548"/>
            </a:xfrm>
            <a:custGeom>
              <a:avLst/>
              <a:gdLst/>
              <a:ahLst/>
              <a:cxnLst/>
              <a:rect l="l" t="t" r="r" b="b"/>
              <a:pathLst>
                <a:path w="447548" h="447548">
                  <a:moveTo>
                    <a:pt x="0" y="223774"/>
                  </a:moveTo>
                  <a:cubicBezTo>
                    <a:pt x="123571" y="223774"/>
                    <a:pt x="223774" y="123571"/>
                    <a:pt x="223774" y="0"/>
                  </a:cubicBezTo>
                  <a:cubicBezTo>
                    <a:pt x="223774" y="123571"/>
                    <a:pt x="323977" y="223774"/>
                    <a:pt x="447548" y="223774"/>
                  </a:cubicBezTo>
                  <a:cubicBezTo>
                    <a:pt x="323977" y="223774"/>
                    <a:pt x="223774" y="323977"/>
                    <a:pt x="223774" y="447548"/>
                  </a:cubicBezTo>
                  <a:cubicBezTo>
                    <a:pt x="223774" y="323850"/>
                    <a:pt x="123571" y="223774"/>
                    <a:pt x="0" y="223774"/>
                  </a:cubicBezTo>
                  <a:close/>
                </a:path>
              </a:pathLst>
            </a:custGeom>
            <a:solidFill>
              <a:srgbClr val="373737"/>
            </a:solidFill>
          </p:spPr>
        </p:sp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F296EF88-C13D-61CE-EBD3-95BEA12D5323}"/>
              </a:ext>
            </a:extLst>
          </p:cNvPr>
          <p:cNvSpPr txBox="1"/>
          <p:nvPr/>
        </p:nvSpPr>
        <p:spPr>
          <a:xfrm>
            <a:off x="1790700" y="1067129"/>
            <a:ext cx="12382500" cy="74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759"/>
              </a:lnSpc>
            </a:pPr>
            <a:r>
              <a:rPr lang="en-US" sz="4999" b="1" spc="333" dirty="0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sym typeface="字由点字典黑 75J"/>
              </a:rPr>
              <a:t>Code explanation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C940794C-5D39-D591-1A9C-89395D108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074" y="2020990"/>
            <a:ext cx="11240760" cy="7424737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0480B8F0-4721-BEEC-331E-3C11D8C22D22}"/>
              </a:ext>
            </a:extLst>
          </p:cNvPr>
          <p:cNvGrpSpPr/>
          <p:nvPr/>
        </p:nvGrpSpPr>
        <p:grpSpPr>
          <a:xfrm>
            <a:off x="12268200" y="3390900"/>
            <a:ext cx="5562600" cy="3789444"/>
            <a:chOff x="7625474" y="-164334"/>
            <a:chExt cx="6553202" cy="10662553"/>
          </a:xfrm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E2C64577-F5F9-01BE-63A9-EDB9F54EAD66}"/>
                </a:ext>
              </a:extLst>
            </p:cNvPr>
            <p:cNvGrpSpPr/>
            <p:nvPr/>
          </p:nvGrpSpPr>
          <p:grpSpPr>
            <a:xfrm>
              <a:off x="12033638" y="8498321"/>
              <a:ext cx="1635121" cy="1999898"/>
              <a:chOff x="12581312" y="4323111"/>
              <a:chExt cx="1239886" cy="1449035"/>
            </a:xfrm>
          </p:grpSpPr>
          <p:grpSp>
            <p:nvGrpSpPr>
              <p:cNvPr id="26" name="Group 9">
                <a:extLst>
                  <a:ext uri="{FF2B5EF4-FFF2-40B4-BE49-F238E27FC236}">
                    <a16:creationId xmlns:a16="http://schemas.microsoft.com/office/drawing/2014/main" id="{49205DE4-60AE-6CAF-E38F-4CB9E4AC33AA}"/>
                  </a:ext>
                </a:extLst>
              </p:cNvPr>
              <p:cNvGrpSpPr/>
              <p:nvPr/>
            </p:nvGrpSpPr>
            <p:grpSpPr>
              <a:xfrm>
                <a:off x="12581312" y="4323111"/>
                <a:ext cx="380947" cy="1448060"/>
                <a:chOff x="-1855004" y="639228"/>
                <a:chExt cx="507928" cy="1930747"/>
              </a:xfrm>
            </p:grpSpPr>
            <p:sp>
              <p:nvSpPr>
                <p:cNvPr id="31" name="Freeform 10">
                  <a:extLst>
                    <a:ext uri="{FF2B5EF4-FFF2-40B4-BE49-F238E27FC236}">
                      <a16:creationId xmlns:a16="http://schemas.microsoft.com/office/drawing/2014/main" id="{6AAFDF6A-4F9B-E1A0-AF0B-565C56539D83}"/>
                    </a:ext>
                  </a:extLst>
                </p:cNvPr>
                <p:cNvSpPr/>
                <p:nvPr/>
              </p:nvSpPr>
              <p:spPr>
                <a:xfrm>
                  <a:off x="-1855004" y="639228"/>
                  <a:ext cx="507928" cy="19307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grpSp>
            <p:nvGrpSpPr>
              <p:cNvPr id="27" name="Group 11">
                <a:extLst>
                  <a:ext uri="{FF2B5EF4-FFF2-40B4-BE49-F238E27FC236}">
                    <a16:creationId xmlns:a16="http://schemas.microsoft.com/office/drawing/2014/main" id="{34AFEAD6-A90A-F279-57ED-A3777A938DCB}"/>
                  </a:ext>
                </a:extLst>
              </p:cNvPr>
              <p:cNvGrpSpPr/>
              <p:nvPr/>
            </p:nvGrpSpPr>
            <p:grpSpPr>
              <a:xfrm>
                <a:off x="13440251" y="4324084"/>
                <a:ext cx="380947" cy="1448059"/>
                <a:chOff x="-1157187" y="640526"/>
                <a:chExt cx="507928" cy="1930745"/>
              </a:xfrm>
            </p:grpSpPr>
            <p:sp>
              <p:nvSpPr>
                <p:cNvPr id="30" name="Freeform 12">
                  <a:extLst>
                    <a:ext uri="{FF2B5EF4-FFF2-40B4-BE49-F238E27FC236}">
                      <a16:creationId xmlns:a16="http://schemas.microsoft.com/office/drawing/2014/main" id="{E04B184D-8D82-F149-D4E2-34A7F742DF4F}"/>
                    </a:ext>
                  </a:extLst>
                </p:cNvPr>
                <p:cNvSpPr/>
                <p:nvPr/>
              </p:nvSpPr>
              <p:spPr>
                <a:xfrm>
                  <a:off x="-1157187" y="640526"/>
                  <a:ext cx="507928" cy="19307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grpSp>
            <p:nvGrpSpPr>
              <p:cNvPr id="28" name="Group 13">
                <a:extLst>
                  <a:ext uri="{FF2B5EF4-FFF2-40B4-BE49-F238E27FC236}">
                    <a16:creationId xmlns:a16="http://schemas.microsoft.com/office/drawing/2014/main" id="{5DBDC04F-63BB-5193-DDC0-333F9A7870D4}"/>
                  </a:ext>
                </a:extLst>
              </p:cNvPr>
              <p:cNvGrpSpPr/>
              <p:nvPr/>
            </p:nvGrpSpPr>
            <p:grpSpPr>
              <a:xfrm>
                <a:off x="13010780" y="4324089"/>
                <a:ext cx="380947" cy="1448057"/>
                <a:chOff x="-2177245" y="640532"/>
                <a:chExt cx="507929" cy="1930743"/>
              </a:xfrm>
            </p:grpSpPr>
            <p:sp>
              <p:nvSpPr>
                <p:cNvPr id="29" name="Freeform 14">
                  <a:extLst>
                    <a:ext uri="{FF2B5EF4-FFF2-40B4-BE49-F238E27FC236}">
                      <a16:creationId xmlns:a16="http://schemas.microsoft.com/office/drawing/2014/main" id="{9957C1B2-8D01-7593-BAA7-426C7B0DD1E5}"/>
                    </a:ext>
                  </a:extLst>
                </p:cNvPr>
                <p:cNvSpPr/>
                <p:nvPr/>
              </p:nvSpPr>
              <p:spPr>
                <a:xfrm>
                  <a:off x="-2177245" y="640532"/>
                  <a:ext cx="507929" cy="19307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B2546ECC-EAB6-D22B-78B4-911979C1DCEA}"/>
                </a:ext>
              </a:extLst>
            </p:cNvPr>
            <p:cNvGrpSpPr/>
            <p:nvPr/>
          </p:nvGrpSpPr>
          <p:grpSpPr>
            <a:xfrm>
              <a:off x="7625474" y="-164334"/>
              <a:ext cx="6553202" cy="9774542"/>
              <a:chOff x="9724899" y="673866"/>
              <a:chExt cx="6553202" cy="9774542"/>
            </a:xfrm>
          </p:grpSpPr>
          <p:grpSp>
            <p:nvGrpSpPr>
              <p:cNvPr id="23" name="Group 4">
                <a:extLst>
                  <a:ext uri="{FF2B5EF4-FFF2-40B4-BE49-F238E27FC236}">
                    <a16:creationId xmlns:a16="http://schemas.microsoft.com/office/drawing/2014/main" id="{CD352851-9623-1A09-9C07-69CF0985FD07}"/>
                  </a:ext>
                </a:extLst>
              </p:cNvPr>
              <p:cNvGrpSpPr/>
              <p:nvPr/>
            </p:nvGrpSpPr>
            <p:grpSpPr>
              <a:xfrm>
                <a:off x="9724899" y="673866"/>
                <a:ext cx="6553202" cy="9774542"/>
                <a:chOff x="-4877003" y="-1479555"/>
                <a:chExt cx="18646013" cy="3822042"/>
              </a:xfrm>
            </p:grpSpPr>
            <p:sp>
              <p:nvSpPr>
                <p:cNvPr id="25" name="Freeform 5">
                  <a:extLst>
                    <a:ext uri="{FF2B5EF4-FFF2-40B4-BE49-F238E27FC236}">
                      <a16:creationId xmlns:a16="http://schemas.microsoft.com/office/drawing/2014/main" id="{10B88EDC-4E79-1AC8-6FE5-DEB68F851E7F}"/>
                    </a:ext>
                  </a:extLst>
                </p:cNvPr>
                <p:cNvSpPr/>
                <p:nvPr/>
              </p:nvSpPr>
              <p:spPr>
                <a:xfrm>
                  <a:off x="-4877003" y="-1479555"/>
                  <a:ext cx="18646013" cy="38220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46012" h="1757934">
                      <a:moveTo>
                        <a:pt x="0" y="878967"/>
                      </a:moveTo>
                      <a:cubicBezTo>
                        <a:pt x="0" y="393319"/>
                        <a:pt x="398780" y="0"/>
                        <a:pt x="890524" y="0"/>
                      </a:cubicBezTo>
                      <a:lnTo>
                        <a:pt x="17755488" y="0"/>
                      </a:lnTo>
                      <a:lnTo>
                        <a:pt x="17755488" y="12700"/>
                      </a:lnTo>
                      <a:lnTo>
                        <a:pt x="17755488" y="0"/>
                      </a:lnTo>
                      <a:cubicBezTo>
                        <a:pt x="18247105" y="0"/>
                        <a:pt x="18646012" y="393319"/>
                        <a:pt x="18646012" y="878967"/>
                      </a:cubicBezTo>
                      <a:lnTo>
                        <a:pt x="18633312" y="878967"/>
                      </a:lnTo>
                      <a:lnTo>
                        <a:pt x="18646012" y="878967"/>
                      </a:lnTo>
                      <a:lnTo>
                        <a:pt x="18633312" y="878967"/>
                      </a:lnTo>
                      <a:lnTo>
                        <a:pt x="18646012" y="878967"/>
                      </a:lnTo>
                      <a:cubicBezTo>
                        <a:pt x="18646012" y="1364615"/>
                        <a:pt x="18247232" y="1757934"/>
                        <a:pt x="17755488" y="1757934"/>
                      </a:cubicBezTo>
                      <a:lnTo>
                        <a:pt x="17755488" y="1745234"/>
                      </a:lnTo>
                      <a:lnTo>
                        <a:pt x="17755488" y="1757934"/>
                      </a:lnTo>
                      <a:lnTo>
                        <a:pt x="890524" y="1757934"/>
                      </a:lnTo>
                      <a:lnTo>
                        <a:pt x="890524" y="1745234"/>
                      </a:lnTo>
                      <a:lnTo>
                        <a:pt x="890524" y="1757934"/>
                      </a:lnTo>
                      <a:cubicBezTo>
                        <a:pt x="398780" y="1757934"/>
                        <a:pt x="0" y="1364615"/>
                        <a:pt x="0" y="878967"/>
                      </a:cubicBezTo>
                      <a:lnTo>
                        <a:pt x="12700" y="878967"/>
                      </a:lnTo>
                      <a:lnTo>
                        <a:pt x="0" y="878967"/>
                      </a:lnTo>
                      <a:moveTo>
                        <a:pt x="25400" y="878967"/>
                      </a:moveTo>
                      <a:lnTo>
                        <a:pt x="12700" y="878967"/>
                      </a:lnTo>
                      <a:lnTo>
                        <a:pt x="25400" y="878967"/>
                      </a:lnTo>
                      <a:cubicBezTo>
                        <a:pt x="25400" y="1350264"/>
                        <a:pt x="412496" y="1732534"/>
                        <a:pt x="890524" y="1732534"/>
                      </a:cubicBezTo>
                      <a:lnTo>
                        <a:pt x="17755488" y="1732534"/>
                      </a:lnTo>
                      <a:cubicBezTo>
                        <a:pt x="18233389" y="1732534"/>
                        <a:pt x="18620612" y="1350264"/>
                        <a:pt x="18620612" y="878967"/>
                      </a:cubicBezTo>
                      <a:cubicBezTo>
                        <a:pt x="18620612" y="407670"/>
                        <a:pt x="18233517" y="25400"/>
                        <a:pt x="17755488" y="25400"/>
                      </a:cubicBezTo>
                      <a:lnTo>
                        <a:pt x="890524" y="25400"/>
                      </a:lnTo>
                      <a:lnTo>
                        <a:pt x="890524" y="12700"/>
                      </a:lnTo>
                      <a:lnTo>
                        <a:pt x="890524" y="25400"/>
                      </a:lnTo>
                      <a:cubicBezTo>
                        <a:pt x="412496" y="25400"/>
                        <a:pt x="25400" y="407670"/>
                        <a:pt x="25400" y="878967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  <p:txBody>
                <a:bodyPr/>
                <a:lstStyle/>
                <a:p>
                  <a:endParaRPr lang="en-GB" dirty="0"/>
                </a:p>
              </p:txBody>
            </p:sp>
          </p:grpSp>
          <p:sp>
            <p:nvSpPr>
              <p:cNvPr id="24" name="TextBox 20">
                <a:extLst>
                  <a:ext uri="{FF2B5EF4-FFF2-40B4-BE49-F238E27FC236}">
                    <a16:creationId xmlns:a16="http://schemas.microsoft.com/office/drawing/2014/main" id="{A03042D2-0EE3-238F-A6BF-82058A1B23B3}"/>
                  </a:ext>
                </a:extLst>
              </p:cNvPr>
              <p:cNvSpPr txBox="1"/>
              <p:nvPr/>
            </p:nvSpPr>
            <p:spPr>
              <a:xfrm>
                <a:off x="9963932" y="841929"/>
                <a:ext cx="6017441" cy="9573728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609084" lvl="1" indent="-304542" algn="l">
                  <a:lnSpc>
                    <a:spcPts val="4231"/>
                  </a:lnSpc>
                  <a:buFont typeface="Arial"/>
                  <a:buChar char="•"/>
                </a:pPr>
                <a:r>
                  <a:rPr lang="en-US" altLang="zh-CN" sz="2821" dirty="0">
                    <a:solidFill>
                      <a:srgbClr val="404040"/>
                    </a:solidFill>
                    <a:latin typeface="字由点字典黑 35J"/>
                    <a:ea typeface="字由点字典黑 35J"/>
                  </a:rPr>
                  <a:t> </a:t>
                </a:r>
                <a:r>
                  <a:rPr lang="en-US" sz="2821" dirty="0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Here I analyze the result and split them into different situations.</a:t>
                </a:r>
              </a:p>
              <a:p>
                <a:pPr marL="609084" lvl="1" indent="-304542" algn="l">
                  <a:lnSpc>
                    <a:spcPts val="4231"/>
                  </a:lnSpc>
                  <a:buFont typeface="Arial"/>
                  <a:buChar char="•"/>
                </a:pPr>
                <a:r>
                  <a:rPr lang="en-US" sz="2821" dirty="0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If it is null, a toast will pop up to notify you about the </a:t>
                </a:r>
                <a:r>
                  <a:rPr lang="en-US" altLang="zh-CN" sz="2821" dirty="0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not found </a:t>
                </a:r>
                <a:r>
                  <a:rPr lang="en-US" sz="2821" dirty="0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result. 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593390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049B1-614C-706E-38AD-AF6B4D6CA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0968BD9-1AE0-A133-6212-71FE20EB8533}"/>
              </a:ext>
            </a:extLst>
          </p:cNvPr>
          <p:cNvGrpSpPr/>
          <p:nvPr/>
        </p:nvGrpSpPr>
        <p:grpSpPr>
          <a:xfrm>
            <a:off x="20782" y="0"/>
            <a:ext cx="18288000" cy="10287000"/>
            <a:chOff x="0" y="0"/>
            <a:chExt cx="24384000" cy="13716000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7EC4063A-E67B-0DFE-0BC2-7039317D79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5000"/>
            </a:blip>
            <a:srcRect/>
            <a:stretch>
              <a:fillRect/>
            </a:stretch>
          </p:blipFill>
          <p:spPr>
            <a:xfrm>
              <a:off x="0" y="0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C390F8FC-3F21-03D2-B7A7-14F833C917EE}"/>
              </a:ext>
            </a:extLst>
          </p:cNvPr>
          <p:cNvGrpSpPr/>
          <p:nvPr/>
        </p:nvGrpSpPr>
        <p:grpSpPr>
          <a:xfrm>
            <a:off x="1364274" y="1267835"/>
            <a:ext cx="335574" cy="335574"/>
            <a:chOff x="0" y="0"/>
            <a:chExt cx="447432" cy="447432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881B47F0-8B87-6C59-63C5-C5BFE19A0D3B}"/>
                </a:ext>
              </a:extLst>
            </p:cNvPr>
            <p:cNvSpPr/>
            <p:nvPr/>
          </p:nvSpPr>
          <p:spPr>
            <a:xfrm>
              <a:off x="0" y="0"/>
              <a:ext cx="447548" cy="447548"/>
            </a:xfrm>
            <a:custGeom>
              <a:avLst/>
              <a:gdLst/>
              <a:ahLst/>
              <a:cxnLst/>
              <a:rect l="l" t="t" r="r" b="b"/>
              <a:pathLst>
                <a:path w="447548" h="447548">
                  <a:moveTo>
                    <a:pt x="0" y="223774"/>
                  </a:moveTo>
                  <a:cubicBezTo>
                    <a:pt x="123571" y="223774"/>
                    <a:pt x="223774" y="123571"/>
                    <a:pt x="223774" y="0"/>
                  </a:cubicBezTo>
                  <a:cubicBezTo>
                    <a:pt x="223774" y="123571"/>
                    <a:pt x="323977" y="223774"/>
                    <a:pt x="447548" y="223774"/>
                  </a:cubicBezTo>
                  <a:cubicBezTo>
                    <a:pt x="323977" y="223774"/>
                    <a:pt x="223774" y="323977"/>
                    <a:pt x="223774" y="447548"/>
                  </a:cubicBezTo>
                  <a:cubicBezTo>
                    <a:pt x="223774" y="323850"/>
                    <a:pt x="123571" y="223774"/>
                    <a:pt x="0" y="223774"/>
                  </a:cubicBezTo>
                  <a:close/>
                </a:path>
              </a:pathLst>
            </a:custGeom>
            <a:solidFill>
              <a:srgbClr val="373737"/>
            </a:solidFill>
          </p:spPr>
        </p:sp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C1295657-C51F-9842-8596-B4AD956CED35}"/>
              </a:ext>
            </a:extLst>
          </p:cNvPr>
          <p:cNvSpPr txBox="1"/>
          <p:nvPr/>
        </p:nvSpPr>
        <p:spPr>
          <a:xfrm>
            <a:off x="1790700" y="1067129"/>
            <a:ext cx="12382500" cy="74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759"/>
              </a:lnSpc>
            </a:pPr>
            <a:r>
              <a:rPr lang="en-US" sz="4999" b="1" spc="333" dirty="0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sym typeface="字由点字典黑 75J"/>
              </a:rPr>
              <a:t>Code explanation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577D6660-BDED-BB5F-ABF6-28FD2D2863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" y="2112903"/>
            <a:ext cx="10748844" cy="6906262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FE137339-EF51-0C6A-1A05-3180737D0F2B}"/>
              </a:ext>
            </a:extLst>
          </p:cNvPr>
          <p:cNvGrpSpPr/>
          <p:nvPr/>
        </p:nvGrpSpPr>
        <p:grpSpPr>
          <a:xfrm>
            <a:off x="11506200" y="3619500"/>
            <a:ext cx="6629400" cy="3560844"/>
            <a:chOff x="7625474" y="-164334"/>
            <a:chExt cx="6553202" cy="10662553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594F692F-B7AF-FDED-33FC-22EE1C1CD674}"/>
                </a:ext>
              </a:extLst>
            </p:cNvPr>
            <p:cNvGrpSpPr/>
            <p:nvPr/>
          </p:nvGrpSpPr>
          <p:grpSpPr>
            <a:xfrm>
              <a:off x="12033638" y="8498321"/>
              <a:ext cx="1635121" cy="1999898"/>
              <a:chOff x="12581312" y="4323111"/>
              <a:chExt cx="1239886" cy="1449035"/>
            </a:xfrm>
          </p:grpSpPr>
          <p:grpSp>
            <p:nvGrpSpPr>
              <p:cNvPr id="26" name="Group 9">
                <a:extLst>
                  <a:ext uri="{FF2B5EF4-FFF2-40B4-BE49-F238E27FC236}">
                    <a16:creationId xmlns:a16="http://schemas.microsoft.com/office/drawing/2014/main" id="{B326B2C8-4874-529E-6F8C-61A0C57D2610}"/>
                  </a:ext>
                </a:extLst>
              </p:cNvPr>
              <p:cNvGrpSpPr/>
              <p:nvPr/>
            </p:nvGrpSpPr>
            <p:grpSpPr>
              <a:xfrm>
                <a:off x="12581312" y="4323111"/>
                <a:ext cx="380947" cy="1448060"/>
                <a:chOff x="-1855004" y="639228"/>
                <a:chExt cx="507928" cy="1930747"/>
              </a:xfrm>
            </p:grpSpPr>
            <p:sp>
              <p:nvSpPr>
                <p:cNvPr id="31" name="Freeform 10">
                  <a:extLst>
                    <a:ext uri="{FF2B5EF4-FFF2-40B4-BE49-F238E27FC236}">
                      <a16:creationId xmlns:a16="http://schemas.microsoft.com/office/drawing/2014/main" id="{F8630133-335A-96AD-807D-D036FFC28E06}"/>
                    </a:ext>
                  </a:extLst>
                </p:cNvPr>
                <p:cNvSpPr/>
                <p:nvPr/>
              </p:nvSpPr>
              <p:spPr>
                <a:xfrm>
                  <a:off x="-1855004" y="639228"/>
                  <a:ext cx="507928" cy="19307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grpSp>
            <p:nvGrpSpPr>
              <p:cNvPr id="27" name="Group 11">
                <a:extLst>
                  <a:ext uri="{FF2B5EF4-FFF2-40B4-BE49-F238E27FC236}">
                    <a16:creationId xmlns:a16="http://schemas.microsoft.com/office/drawing/2014/main" id="{9B06A186-7333-1A75-2D6F-92B20A8FAA4C}"/>
                  </a:ext>
                </a:extLst>
              </p:cNvPr>
              <p:cNvGrpSpPr/>
              <p:nvPr/>
            </p:nvGrpSpPr>
            <p:grpSpPr>
              <a:xfrm>
                <a:off x="13440251" y="4324084"/>
                <a:ext cx="380947" cy="1448059"/>
                <a:chOff x="-1157187" y="640526"/>
                <a:chExt cx="507928" cy="1930745"/>
              </a:xfrm>
            </p:grpSpPr>
            <p:sp>
              <p:nvSpPr>
                <p:cNvPr id="30" name="Freeform 12">
                  <a:extLst>
                    <a:ext uri="{FF2B5EF4-FFF2-40B4-BE49-F238E27FC236}">
                      <a16:creationId xmlns:a16="http://schemas.microsoft.com/office/drawing/2014/main" id="{E39B3D2F-421E-421B-6368-2388D9A26EA9}"/>
                    </a:ext>
                  </a:extLst>
                </p:cNvPr>
                <p:cNvSpPr/>
                <p:nvPr/>
              </p:nvSpPr>
              <p:spPr>
                <a:xfrm>
                  <a:off x="-1157187" y="640526"/>
                  <a:ext cx="507928" cy="19307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grpSp>
            <p:nvGrpSpPr>
              <p:cNvPr id="28" name="Group 13">
                <a:extLst>
                  <a:ext uri="{FF2B5EF4-FFF2-40B4-BE49-F238E27FC236}">
                    <a16:creationId xmlns:a16="http://schemas.microsoft.com/office/drawing/2014/main" id="{A5ABECDA-F40E-E9F2-0B2A-D73D38F48D3D}"/>
                  </a:ext>
                </a:extLst>
              </p:cNvPr>
              <p:cNvGrpSpPr/>
              <p:nvPr/>
            </p:nvGrpSpPr>
            <p:grpSpPr>
              <a:xfrm>
                <a:off x="13010780" y="4324089"/>
                <a:ext cx="380947" cy="1448057"/>
                <a:chOff x="-2177245" y="640532"/>
                <a:chExt cx="507929" cy="1930743"/>
              </a:xfrm>
            </p:grpSpPr>
            <p:sp>
              <p:nvSpPr>
                <p:cNvPr id="29" name="Freeform 14">
                  <a:extLst>
                    <a:ext uri="{FF2B5EF4-FFF2-40B4-BE49-F238E27FC236}">
                      <a16:creationId xmlns:a16="http://schemas.microsoft.com/office/drawing/2014/main" id="{958C53C4-57C9-2259-4505-826DD71ABE56}"/>
                    </a:ext>
                  </a:extLst>
                </p:cNvPr>
                <p:cNvSpPr/>
                <p:nvPr/>
              </p:nvSpPr>
              <p:spPr>
                <a:xfrm>
                  <a:off x="-2177245" y="640532"/>
                  <a:ext cx="507929" cy="19307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2AEF5105-1CCB-10B9-519B-F93D56DB8729}"/>
                </a:ext>
              </a:extLst>
            </p:cNvPr>
            <p:cNvGrpSpPr/>
            <p:nvPr/>
          </p:nvGrpSpPr>
          <p:grpSpPr>
            <a:xfrm>
              <a:off x="7625474" y="-164334"/>
              <a:ext cx="6553202" cy="9774542"/>
              <a:chOff x="9724899" y="673866"/>
              <a:chExt cx="6553202" cy="9774542"/>
            </a:xfrm>
          </p:grpSpPr>
          <p:grpSp>
            <p:nvGrpSpPr>
              <p:cNvPr id="23" name="Group 4">
                <a:extLst>
                  <a:ext uri="{FF2B5EF4-FFF2-40B4-BE49-F238E27FC236}">
                    <a16:creationId xmlns:a16="http://schemas.microsoft.com/office/drawing/2014/main" id="{BD2C3FEA-D606-D3E6-4E04-AE1A051FB92F}"/>
                  </a:ext>
                </a:extLst>
              </p:cNvPr>
              <p:cNvGrpSpPr/>
              <p:nvPr/>
            </p:nvGrpSpPr>
            <p:grpSpPr>
              <a:xfrm>
                <a:off x="9724899" y="673866"/>
                <a:ext cx="6553202" cy="9774542"/>
                <a:chOff x="-4877003" y="-1479555"/>
                <a:chExt cx="18646013" cy="3822042"/>
              </a:xfrm>
            </p:grpSpPr>
            <p:sp>
              <p:nvSpPr>
                <p:cNvPr id="25" name="Freeform 5">
                  <a:extLst>
                    <a:ext uri="{FF2B5EF4-FFF2-40B4-BE49-F238E27FC236}">
                      <a16:creationId xmlns:a16="http://schemas.microsoft.com/office/drawing/2014/main" id="{2751B3AD-29C7-E015-3725-A74821A89DB6}"/>
                    </a:ext>
                  </a:extLst>
                </p:cNvPr>
                <p:cNvSpPr/>
                <p:nvPr/>
              </p:nvSpPr>
              <p:spPr>
                <a:xfrm>
                  <a:off x="-4877003" y="-1479555"/>
                  <a:ext cx="18646013" cy="38220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46012" h="1757934">
                      <a:moveTo>
                        <a:pt x="0" y="878967"/>
                      </a:moveTo>
                      <a:cubicBezTo>
                        <a:pt x="0" y="393319"/>
                        <a:pt x="398780" y="0"/>
                        <a:pt x="890524" y="0"/>
                      </a:cubicBezTo>
                      <a:lnTo>
                        <a:pt x="17755488" y="0"/>
                      </a:lnTo>
                      <a:lnTo>
                        <a:pt x="17755488" y="12700"/>
                      </a:lnTo>
                      <a:lnTo>
                        <a:pt x="17755488" y="0"/>
                      </a:lnTo>
                      <a:cubicBezTo>
                        <a:pt x="18247105" y="0"/>
                        <a:pt x="18646012" y="393319"/>
                        <a:pt x="18646012" y="878967"/>
                      </a:cubicBezTo>
                      <a:lnTo>
                        <a:pt x="18633312" y="878967"/>
                      </a:lnTo>
                      <a:lnTo>
                        <a:pt x="18646012" y="878967"/>
                      </a:lnTo>
                      <a:lnTo>
                        <a:pt x="18633312" y="878967"/>
                      </a:lnTo>
                      <a:lnTo>
                        <a:pt x="18646012" y="878967"/>
                      </a:lnTo>
                      <a:cubicBezTo>
                        <a:pt x="18646012" y="1364615"/>
                        <a:pt x="18247232" y="1757934"/>
                        <a:pt x="17755488" y="1757934"/>
                      </a:cubicBezTo>
                      <a:lnTo>
                        <a:pt x="17755488" y="1745234"/>
                      </a:lnTo>
                      <a:lnTo>
                        <a:pt x="17755488" y="1757934"/>
                      </a:lnTo>
                      <a:lnTo>
                        <a:pt x="890524" y="1757934"/>
                      </a:lnTo>
                      <a:lnTo>
                        <a:pt x="890524" y="1745234"/>
                      </a:lnTo>
                      <a:lnTo>
                        <a:pt x="890524" y="1757934"/>
                      </a:lnTo>
                      <a:cubicBezTo>
                        <a:pt x="398780" y="1757934"/>
                        <a:pt x="0" y="1364615"/>
                        <a:pt x="0" y="878967"/>
                      </a:cubicBezTo>
                      <a:lnTo>
                        <a:pt x="12700" y="878967"/>
                      </a:lnTo>
                      <a:lnTo>
                        <a:pt x="0" y="878967"/>
                      </a:lnTo>
                      <a:moveTo>
                        <a:pt x="25400" y="878967"/>
                      </a:moveTo>
                      <a:lnTo>
                        <a:pt x="12700" y="878967"/>
                      </a:lnTo>
                      <a:lnTo>
                        <a:pt x="25400" y="878967"/>
                      </a:lnTo>
                      <a:cubicBezTo>
                        <a:pt x="25400" y="1350264"/>
                        <a:pt x="412496" y="1732534"/>
                        <a:pt x="890524" y="1732534"/>
                      </a:cubicBezTo>
                      <a:lnTo>
                        <a:pt x="17755488" y="1732534"/>
                      </a:lnTo>
                      <a:cubicBezTo>
                        <a:pt x="18233389" y="1732534"/>
                        <a:pt x="18620612" y="1350264"/>
                        <a:pt x="18620612" y="878967"/>
                      </a:cubicBezTo>
                      <a:cubicBezTo>
                        <a:pt x="18620612" y="407670"/>
                        <a:pt x="18233517" y="25400"/>
                        <a:pt x="17755488" y="25400"/>
                      </a:cubicBezTo>
                      <a:lnTo>
                        <a:pt x="890524" y="25400"/>
                      </a:lnTo>
                      <a:lnTo>
                        <a:pt x="890524" y="12700"/>
                      </a:lnTo>
                      <a:lnTo>
                        <a:pt x="890524" y="25400"/>
                      </a:lnTo>
                      <a:cubicBezTo>
                        <a:pt x="412496" y="25400"/>
                        <a:pt x="25400" y="407670"/>
                        <a:pt x="25400" y="878967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  <p:txBody>
                <a:bodyPr/>
                <a:lstStyle/>
                <a:p>
                  <a:endParaRPr lang="en-GB" dirty="0"/>
                </a:p>
              </p:txBody>
            </p:sp>
          </p:grpSp>
          <p:sp>
            <p:nvSpPr>
              <p:cNvPr id="24" name="TextBox 20">
                <a:extLst>
                  <a:ext uri="{FF2B5EF4-FFF2-40B4-BE49-F238E27FC236}">
                    <a16:creationId xmlns:a16="http://schemas.microsoft.com/office/drawing/2014/main" id="{ACB65DC6-BC1C-4BEB-ECF2-6C381A154C94}"/>
                  </a:ext>
                </a:extLst>
              </p:cNvPr>
              <p:cNvSpPr txBox="1"/>
              <p:nvPr/>
            </p:nvSpPr>
            <p:spPr>
              <a:xfrm>
                <a:off x="9920606" y="1580675"/>
                <a:ext cx="6017441" cy="7960921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609084" lvl="1" indent="-304542" algn="l">
                  <a:lnSpc>
                    <a:spcPts val="4231"/>
                  </a:lnSpc>
                  <a:buFont typeface="Arial"/>
                  <a:buChar char="•"/>
                </a:pPr>
                <a:r>
                  <a:rPr lang="en-US" sz="2821" dirty="0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If it is not null, a toast will pop up to notify you about the </a:t>
                </a:r>
                <a:r>
                  <a:rPr lang="en-US" altLang="zh-CN" sz="2821" dirty="0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image- recognition </a:t>
                </a:r>
                <a:r>
                  <a:rPr lang="en-US" sz="2821" dirty="0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result and transfer to the create new item page with auto-filled fields. 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974036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8B793-04D1-2904-B0BE-5A33265B2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DE04EA7-4D10-F04A-89BB-D925C905CE94}"/>
              </a:ext>
            </a:extLst>
          </p:cNvPr>
          <p:cNvGrpSpPr/>
          <p:nvPr/>
        </p:nvGrpSpPr>
        <p:grpSpPr>
          <a:xfrm>
            <a:off x="0" y="5032"/>
            <a:ext cx="18288000" cy="10287000"/>
            <a:chOff x="-13238003" y="955899"/>
            <a:chExt cx="24384000" cy="13716000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E2307941-1C69-7D8D-30D2-7C642556B3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5000"/>
            </a:blip>
            <a:srcRect/>
            <a:stretch>
              <a:fillRect/>
            </a:stretch>
          </p:blipFill>
          <p:spPr>
            <a:xfrm>
              <a:off x="-13238003" y="955899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910F1137-B1AC-89E1-279D-B5BE80560444}"/>
              </a:ext>
            </a:extLst>
          </p:cNvPr>
          <p:cNvGrpSpPr/>
          <p:nvPr/>
        </p:nvGrpSpPr>
        <p:grpSpPr>
          <a:xfrm>
            <a:off x="1295401" y="2893070"/>
            <a:ext cx="16364608" cy="4481810"/>
            <a:chOff x="1447550" y="1788499"/>
            <a:chExt cx="8942055" cy="4481810"/>
          </a:xfrm>
        </p:grpSpPr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712EE5A4-C238-1EE6-0C16-A6754F141128}"/>
                </a:ext>
              </a:extLst>
            </p:cNvPr>
            <p:cNvGrpSpPr/>
            <p:nvPr/>
          </p:nvGrpSpPr>
          <p:grpSpPr>
            <a:xfrm>
              <a:off x="1447550" y="1788499"/>
              <a:ext cx="335661" cy="789894"/>
              <a:chOff x="111034" y="694219"/>
              <a:chExt cx="447548" cy="1053192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2483FE76-1E8B-86E3-4428-CCE66E9F0FF5}"/>
                  </a:ext>
                </a:extLst>
              </p:cNvPr>
              <p:cNvSpPr/>
              <p:nvPr/>
            </p:nvSpPr>
            <p:spPr>
              <a:xfrm>
                <a:off x="111034" y="694219"/>
                <a:ext cx="447548" cy="1053192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CF7AC374-B9FF-0FEF-8986-D9E3F71A09B5}"/>
                </a:ext>
              </a:extLst>
            </p:cNvPr>
            <p:cNvSpPr txBox="1"/>
            <p:nvPr/>
          </p:nvSpPr>
          <p:spPr>
            <a:xfrm>
              <a:off x="1905564" y="1807549"/>
              <a:ext cx="8484041" cy="44627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5759"/>
                </a:lnSpc>
              </a:pPr>
              <a:r>
                <a:rPr lang="en-US" sz="4999" b="1" spc="333" dirty="0">
                  <a:solidFill>
                    <a:srgbClr val="000000"/>
                  </a:solidFill>
                  <a:latin typeface="Arial Black" panose="020B0A04020102020204" pitchFamily="34" charset="0"/>
                  <a:ea typeface="字由点字典黑 35J"/>
                  <a:sym typeface="字由点字典黑 75J"/>
                </a:rPr>
                <a:t>F</a:t>
              </a:r>
              <a:r>
                <a:rPr lang="en-US" altLang="zh-CN" sz="4999" b="1" spc="333" dirty="0">
                  <a:solidFill>
                    <a:srgbClr val="000000"/>
                  </a:solidFill>
                  <a:latin typeface="Arial Black" panose="020B0A04020102020204" pitchFamily="34" charset="0"/>
                  <a:ea typeface="字由点字典黑 35J"/>
                  <a:sym typeface="字由点字典黑 75J"/>
                </a:rPr>
                <a:t>unction Achieved 2: </a:t>
              </a:r>
            </a:p>
            <a:p>
              <a:pPr algn="r">
                <a:lnSpc>
                  <a:spcPts val="5759"/>
                </a:lnSpc>
              </a:pPr>
              <a:r>
                <a:rPr lang="en-US" altLang="zh-CN" sz="4999" b="1" spc="333" dirty="0">
                  <a:solidFill>
                    <a:srgbClr val="000000"/>
                  </a:solidFill>
                  <a:latin typeface="Arial Black" panose="020B0A04020102020204" pitchFamily="34" charset="0"/>
                  <a:ea typeface="字由点字典黑 35J"/>
                </a:rPr>
                <a:t>Add Shopping List Pages</a:t>
              </a:r>
              <a:endParaRPr lang="en-US" altLang="zh-CN" sz="4999" b="1" spc="333" dirty="0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sym typeface="字由点字典黑 75J"/>
              </a:endParaRPr>
            </a:p>
            <a:p>
              <a:pPr algn="r">
                <a:lnSpc>
                  <a:spcPts val="5759"/>
                </a:lnSpc>
              </a:pPr>
              <a:endParaRPr lang="en-US" altLang="zh-CN" sz="4999" b="1" i="1" spc="333" dirty="0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cs typeface="Arial" panose="020B0604020202020204" pitchFamily="34" charset="0"/>
                <a:sym typeface="字由点字典黑 75J"/>
              </a:endParaRPr>
            </a:p>
            <a:p>
              <a:pPr>
                <a:lnSpc>
                  <a:spcPts val="5759"/>
                </a:lnSpc>
              </a:pPr>
              <a:r>
                <a:rPr lang="en-US" altLang="zh-CN" sz="4999" b="1" i="1" spc="333" dirty="0">
                  <a:solidFill>
                    <a:srgbClr val="000000"/>
                  </a:solidFill>
                  <a:latin typeface="Arial" panose="020B0604020202020204" pitchFamily="34" charset="0"/>
                  <a:ea typeface="字由点字典黑 35J"/>
                  <a:cs typeface="Arial" panose="020B0604020202020204" pitchFamily="34" charset="0"/>
                </a:rPr>
                <a:t>A shopping list supports handwriting or scan item’s image to add new items.</a:t>
              </a:r>
              <a:br>
                <a:rPr lang="en-US" altLang="zh-CN" sz="5400" dirty="0"/>
              </a:br>
              <a:endParaRPr lang="en-US" sz="4999" b="1" spc="333" dirty="0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sym typeface="字由点字典黑 75J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630988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D76E8-5065-DFD6-D989-F70002243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AE997BA-EEE6-4AE0-DE1F-3FC51337E74D}"/>
              </a:ext>
            </a:extLst>
          </p:cNvPr>
          <p:cNvGrpSpPr/>
          <p:nvPr/>
        </p:nvGrpSpPr>
        <p:grpSpPr>
          <a:xfrm>
            <a:off x="0" y="-30480"/>
            <a:ext cx="18288000" cy="10287000"/>
            <a:chOff x="-13855540" y="10922307"/>
            <a:chExt cx="24384000" cy="13716000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90A94549-88EB-AD51-E2AD-7C7ED79280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5000"/>
            </a:blip>
            <a:srcRect/>
            <a:stretch>
              <a:fillRect/>
            </a:stretch>
          </p:blipFill>
          <p:spPr>
            <a:xfrm>
              <a:off x="-13855540" y="10922307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1A0B8047-3D6F-F54D-E583-E22257742139}"/>
              </a:ext>
            </a:extLst>
          </p:cNvPr>
          <p:cNvGrpSpPr/>
          <p:nvPr/>
        </p:nvGrpSpPr>
        <p:grpSpPr>
          <a:xfrm>
            <a:off x="790008" y="3013106"/>
            <a:ext cx="11478192" cy="1476196"/>
            <a:chOff x="2151747" y="2703068"/>
            <a:chExt cx="14567176" cy="1476196"/>
          </a:xfrm>
        </p:grpSpPr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C62E89A0-2601-D37F-B2ED-3D7D3997D900}"/>
                </a:ext>
              </a:extLst>
            </p:cNvPr>
            <p:cNvGrpSpPr/>
            <p:nvPr/>
          </p:nvGrpSpPr>
          <p:grpSpPr>
            <a:xfrm>
              <a:off x="13972568" y="3843690"/>
              <a:ext cx="335574" cy="335574"/>
              <a:chOff x="0" y="0"/>
              <a:chExt cx="447432" cy="447432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DA7C14F4-BA9B-C79A-0932-1BC5580A8F77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grpSp>
          <p:nvGrpSpPr>
            <p:cNvPr id="11" name="Group 11">
              <a:extLst>
                <a:ext uri="{FF2B5EF4-FFF2-40B4-BE49-F238E27FC236}">
                  <a16:creationId xmlns:a16="http://schemas.microsoft.com/office/drawing/2014/main" id="{6B34AA4E-A8DA-FF1D-458C-B0192A02EB84}"/>
                </a:ext>
              </a:extLst>
            </p:cNvPr>
            <p:cNvGrpSpPr/>
            <p:nvPr/>
          </p:nvGrpSpPr>
          <p:grpSpPr>
            <a:xfrm>
              <a:off x="14308142" y="3843690"/>
              <a:ext cx="335574" cy="335574"/>
              <a:chOff x="0" y="0"/>
              <a:chExt cx="447432" cy="447432"/>
            </a:xfrm>
          </p:grpSpPr>
          <p:sp>
            <p:nvSpPr>
              <p:cNvPr id="12" name="Freeform 12">
                <a:extLst>
                  <a:ext uri="{FF2B5EF4-FFF2-40B4-BE49-F238E27FC236}">
                    <a16:creationId xmlns:a16="http://schemas.microsoft.com/office/drawing/2014/main" id="{CF3AF067-9010-2AD5-496D-65B12E2A6380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87756CF9-9165-41D1-3EA2-182593FC58C6}"/>
                </a:ext>
              </a:extLst>
            </p:cNvPr>
            <p:cNvGrpSpPr/>
            <p:nvPr/>
          </p:nvGrpSpPr>
          <p:grpSpPr>
            <a:xfrm>
              <a:off x="14643715" y="3843690"/>
              <a:ext cx="335574" cy="335574"/>
              <a:chOff x="0" y="0"/>
              <a:chExt cx="447432" cy="447432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DB28A799-CB8A-D59F-ED6C-A05590EA09E4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AA1E768E-7AAF-00F0-5221-858A872759BE}"/>
                </a:ext>
              </a:extLst>
            </p:cNvPr>
            <p:cNvGrpSpPr/>
            <p:nvPr/>
          </p:nvGrpSpPr>
          <p:grpSpPr>
            <a:xfrm>
              <a:off x="2151747" y="2703068"/>
              <a:ext cx="14567176" cy="1318461"/>
              <a:chOff x="2151747" y="2702541"/>
              <a:chExt cx="14567176" cy="1318461"/>
            </a:xfrm>
          </p:grpSpPr>
          <p:grpSp>
            <p:nvGrpSpPr>
              <p:cNvPr id="4" name="Group 4">
                <a:extLst>
                  <a:ext uri="{FF2B5EF4-FFF2-40B4-BE49-F238E27FC236}">
                    <a16:creationId xmlns:a16="http://schemas.microsoft.com/office/drawing/2014/main" id="{DBD34D0F-D30A-469C-AD46-E89EA99908CA}"/>
                  </a:ext>
                </a:extLst>
              </p:cNvPr>
              <p:cNvGrpSpPr/>
              <p:nvPr/>
            </p:nvGrpSpPr>
            <p:grpSpPr>
              <a:xfrm>
                <a:off x="2151747" y="2702541"/>
                <a:ext cx="13984506" cy="1318461"/>
                <a:chOff x="0" y="0"/>
                <a:chExt cx="18646008" cy="1757948"/>
              </a:xfrm>
            </p:grpSpPr>
            <p:sp>
              <p:nvSpPr>
                <p:cNvPr id="5" name="Freeform 5">
                  <a:extLst>
                    <a:ext uri="{FF2B5EF4-FFF2-40B4-BE49-F238E27FC236}">
                      <a16:creationId xmlns:a16="http://schemas.microsoft.com/office/drawing/2014/main" id="{6EFBF92F-7937-33A3-00DB-34AF60896EF5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8646012" cy="17579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46012" h="1757934">
                      <a:moveTo>
                        <a:pt x="0" y="878967"/>
                      </a:moveTo>
                      <a:cubicBezTo>
                        <a:pt x="0" y="393319"/>
                        <a:pt x="398780" y="0"/>
                        <a:pt x="890524" y="0"/>
                      </a:cubicBezTo>
                      <a:lnTo>
                        <a:pt x="17755488" y="0"/>
                      </a:lnTo>
                      <a:lnTo>
                        <a:pt x="17755488" y="12700"/>
                      </a:lnTo>
                      <a:lnTo>
                        <a:pt x="17755488" y="0"/>
                      </a:lnTo>
                      <a:cubicBezTo>
                        <a:pt x="18247105" y="0"/>
                        <a:pt x="18646012" y="393319"/>
                        <a:pt x="18646012" y="878967"/>
                      </a:cubicBezTo>
                      <a:lnTo>
                        <a:pt x="18633312" y="878967"/>
                      </a:lnTo>
                      <a:lnTo>
                        <a:pt x="18646012" y="878967"/>
                      </a:lnTo>
                      <a:lnTo>
                        <a:pt x="18633312" y="878967"/>
                      </a:lnTo>
                      <a:lnTo>
                        <a:pt x="18646012" y="878967"/>
                      </a:lnTo>
                      <a:cubicBezTo>
                        <a:pt x="18646012" y="1364615"/>
                        <a:pt x="18247232" y="1757934"/>
                        <a:pt x="17755488" y="1757934"/>
                      </a:cubicBezTo>
                      <a:lnTo>
                        <a:pt x="17755488" y="1745234"/>
                      </a:lnTo>
                      <a:lnTo>
                        <a:pt x="17755488" y="1757934"/>
                      </a:lnTo>
                      <a:lnTo>
                        <a:pt x="890524" y="1757934"/>
                      </a:lnTo>
                      <a:lnTo>
                        <a:pt x="890524" y="1745234"/>
                      </a:lnTo>
                      <a:lnTo>
                        <a:pt x="890524" y="1757934"/>
                      </a:lnTo>
                      <a:cubicBezTo>
                        <a:pt x="398780" y="1757934"/>
                        <a:pt x="0" y="1364615"/>
                        <a:pt x="0" y="878967"/>
                      </a:cubicBezTo>
                      <a:lnTo>
                        <a:pt x="12700" y="878967"/>
                      </a:lnTo>
                      <a:lnTo>
                        <a:pt x="0" y="878967"/>
                      </a:lnTo>
                      <a:moveTo>
                        <a:pt x="25400" y="878967"/>
                      </a:moveTo>
                      <a:lnTo>
                        <a:pt x="12700" y="878967"/>
                      </a:lnTo>
                      <a:lnTo>
                        <a:pt x="25400" y="878967"/>
                      </a:lnTo>
                      <a:cubicBezTo>
                        <a:pt x="25400" y="1350264"/>
                        <a:pt x="412496" y="1732534"/>
                        <a:pt x="890524" y="1732534"/>
                      </a:cubicBezTo>
                      <a:lnTo>
                        <a:pt x="17755488" y="1732534"/>
                      </a:lnTo>
                      <a:cubicBezTo>
                        <a:pt x="18233389" y="1732534"/>
                        <a:pt x="18620612" y="1350264"/>
                        <a:pt x="18620612" y="878967"/>
                      </a:cubicBezTo>
                      <a:cubicBezTo>
                        <a:pt x="18620612" y="407670"/>
                        <a:pt x="18233517" y="25400"/>
                        <a:pt x="17755488" y="25400"/>
                      </a:cubicBezTo>
                      <a:lnTo>
                        <a:pt x="890524" y="25400"/>
                      </a:lnTo>
                      <a:lnTo>
                        <a:pt x="890524" y="12700"/>
                      </a:lnTo>
                      <a:lnTo>
                        <a:pt x="890524" y="25400"/>
                      </a:lnTo>
                      <a:cubicBezTo>
                        <a:pt x="412496" y="25400"/>
                        <a:pt x="25400" y="407670"/>
                        <a:pt x="25400" y="878967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4955FDA5-7F2D-86CD-7067-11847300409D}"/>
                  </a:ext>
                </a:extLst>
              </p:cNvPr>
              <p:cNvSpPr txBox="1"/>
              <p:nvPr/>
            </p:nvSpPr>
            <p:spPr>
              <a:xfrm>
                <a:off x="2743938" y="3032669"/>
                <a:ext cx="656774" cy="551433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4320"/>
                  </a:lnSpc>
                </a:pPr>
                <a:r>
                  <a:rPr lang="en-US" sz="3600" dirty="0">
                    <a:solidFill>
                      <a:srgbClr val="373737"/>
                    </a:solidFill>
                    <a:latin typeface="Arimo"/>
                    <a:ea typeface="Arimo"/>
                    <a:cs typeface="Arimo"/>
                    <a:sym typeface="Arimo"/>
                  </a:rPr>
                  <a:t>2</a:t>
                </a:r>
              </a:p>
            </p:txBody>
          </p:sp>
          <p:grpSp>
            <p:nvGrpSpPr>
              <p:cNvPr id="24" name="组合 23">
                <a:extLst>
                  <a:ext uri="{FF2B5EF4-FFF2-40B4-BE49-F238E27FC236}">
                    <a16:creationId xmlns:a16="http://schemas.microsoft.com/office/drawing/2014/main" id="{B5A91B96-12E0-10B6-926B-869ED347128D}"/>
                  </a:ext>
                </a:extLst>
              </p:cNvPr>
              <p:cNvGrpSpPr/>
              <p:nvPr/>
            </p:nvGrpSpPr>
            <p:grpSpPr>
              <a:xfrm>
                <a:off x="3492152" y="3042863"/>
                <a:ext cx="13226771" cy="647346"/>
                <a:chOff x="3492152" y="3042863"/>
                <a:chExt cx="13226771" cy="647346"/>
              </a:xfrm>
            </p:grpSpPr>
            <p:sp>
              <p:nvSpPr>
                <p:cNvPr id="6" name="AutoShape 6">
                  <a:extLst>
                    <a:ext uri="{FF2B5EF4-FFF2-40B4-BE49-F238E27FC236}">
                      <a16:creationId xmlns:a16="http://schemas.microsoft.com/office/drawing/2014/main" id="{38107FC7-C5E2-A11B-6CD0-F682300AB11C}"/>
                    </a:ext>
                  </a:extLst>
                </p:cNvPr>
                <p:cNvSpPr/>
                <p:nvPr/>
              </p:nvSpPr>
              <p:spPr>
                <a:xfrm flipV="1">
                  <a:off x="3583101" y="3042863"/>
                  <a:ext cx="9525" cy="647346"/>
                </a:xfrm>
                <a:prstGeom prst="line">
                  <a:avLst/>
                </a:prstGeom>
                <a:ln w="9525" cap="rnd">
                  <a:solidFill>
                    <a:srgbClr val="373737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grpSp>
              <p:nvGrpSpPr>
                <p:cNvPr id="7" name="Group 7">
                  <a:extLst>
                    <a:ext uri="{FF2B5EF4-FFF2-40B4-BE49-F238E27FC236}">
                      <a16:creationId xmlns:a16="http://schemas.microsoft.com/office/drawing/2014/main" id="{D68C2652-BF08-CD9E-8CA8-69BF0CF26CF2}"/>
                    </a:ext>
                  </a:extLst>
                </p:cNvPr>
                <p:cNvGrpSpPr/>
                <p:nvPr/>
              </p:nvGrpSpPr>
              <p:grpSpPr>
                <a:xfrm rot="5400000">
                  <a:off x="3492152" y="3266061"/>
                  <a:ext cx="191424" cy="191424"/>
                  <a:chOff x="0" y="0"/>
                  <a:chExt cx="255232" cy="255232"/>
                </a:xfrm>
              </p:grpSpPr>
              <p:sp>
                <p:nvSpPr>
                  <p:cNvPr id="8" name="Freeform 8">
                    <a:extLst>
                      <a:ext uri="{FF2B5EF4-FFF2-40B4-BE49-F238E27FC236}">
                        <a16:creationId xmlns:a16="http://schemas.microsoft.com/office/drawing/2014/main" id="{144B2572-82D1-A10B-B9F8-6A6FDA931418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255270" cy="2552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5270" h="255270">
                        <a:moveTo>
                          <a:pt x="255270" y="127635"/>
                        </a:moveTo>
                        <a:cubicBezTo>
                          <a:pt x="184785" y="127635"/>
                          <a:pt x="127635" y="184785"/>
                          <a:pt x="127635" y="255270"/>
                        </a:cubicBezTo>
                        <a:cubicBezTo>
                          <a:pt x="127635" y="184785"/>
                          <a:pt x="70485" y="127635"/>
                          <a:pt x="0" y="127635"/>
                        </a:cubicBezTo>
                        <a:cubicBezTo>
                          <a:pt x="70485" y="127635"/>
                          <a:pt x="127635" y="70485"/>
                          <a:pt x="127635" y="0"/>
                        </a:cubicBezTo>
                        <a:cubicBezTo>
                          <a:pt x="127635" y="70485"/>
                          <a:pt x="184785" y="127635"/>
                          <a:pt x="255270" y="127635"/>
                        </a:cubicBezTo>
                        <a:close/>
                      </a:path>
                    </a:pathLst>
                  </a:custGeom>
                  <a:solidFill>
                    <a:srgbClr val="373737"/>
                  </a:solidFill>
                </p:spPr>
              </p:sp>
            </p:grpSp>
            <p:sp>
              <p:nvSpPr>
                <p:cNvPr id="19" name="TextBox 19">
                  <a:extLst>
                    <a:ext uri="{FF2B5EF4-FFF2-40B4-BE49-F238E27FC236}">
                      <a16:creationId xmlns:a16="http://schemas.microsoft.com/office/drawing/2014/main" id="{582E748A-97BD-92DA-CB07-C0738955E3BF}"/>
                    </a:ext>
                  </a:extLst>
                </p:cNvPr>
                <p:cNvSpPr txBox="1"/>
                <p:nvPr/>
              </p:nvSpPr>
              <p:spPr>
                <a:xfrm>
                  <a:off x="3846355" y="3061244"/>
                  <a:ext cx="12872568" cy="551433"/>
                </a:xfrm>
                <a:prstGeom prst="rect">
                  <a:avLst/>
                </a:prstGeom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algn="l">
                    <a:lnSpc>
                      <a:spcPts val="4320"/>
                    </a:lnSpc>
                  </a:pPr>
                  <a:r>
                    <a:rPr lang="en-US" altLang="zh-CN" sz="3600" dirty="0">
                      <a:solidFill>
                        <a:srgbClr val="000000"/>
                      </a:solidFill>
                      <a:latin typeface="字由点字典黑 75J"/>
                      <a:ea typeface="字由点字典黑 75J"/>
                      <a:cs typeface="字由点字典黑 75J"/>
                      <a:sym typeface="字由点字典黑 75J"/>
                    </a:rPr>
                    <a:t>Shopping List Pages: Main View Page</a:t>
                  </a:r>
                </a:p>
              </p:txBody>
            </p:sp>
          </p:grpSp>
        </p:grp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839887F9-4EC6-4A51-44DB-DC6CD8160243}"/>
              </a:ext>
            </a:extLst>
          </p:cNvPr>
          <p:cNvGrpSpPr/>
          <p:nvPr/>
        </p:nvGrpSpPr>
        <p:grpSpPr>
          <a:xfrm>
            <a:off x="914401" y="1107100"/>
            <a:ext cx="8993742" cy="743793"/>
            <a:chOff x="1364274" y="1067129"/>
            <a:chExt cx="8993742" cy="743793"/>
          </a:xfrm>
        </p:grpSpPr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BE9B49A2-E67B-0EBD-DA9A-AE48E02871E9}"/>
                </a:ext>
              </a:extLst>
            </p:cNvPr>
            <p:cNvGrpSpPr/>
            <p:nvPr/>
          </p:nvGrpSpPr>
          <p:grpSpPr>
            <a:xfrm>
              <a:off x="1364274" y="1267835"/>
              <a:ext cx="335574" cy="335574"/>
              <a:chOff x="0" y="0"/>
              <a:chExt cx="447432" cy="447432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B8C3ECE6-CDC3-E1AB-9368-11F45C759A15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AD08765A-9F0E-5E8A-A6B0-CEBB1FC04579}"/>
                </a:ext>
              </a:extLst>
            </p:cNvPr>
            <p:cNvSpPr txBox="1"/>
            <p:nvPr/>
          </p:nvSpPr>
          <p:spPr>
            <a:xfrm>
              <a:off x="1790700" y="1067129"/>
              <a:ext cx="8567316" cy="7437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5759"/>
                </a:lnSpc>
              </a:pPr>
              <a:r>
                <a:rPr lang="en-US" sz="4999" b="1" spc="333" dirty="0">
                  <a:solidFill>
                    <a:srgbClr val="000000"/>
                  </a:solidFill>
                  <a:latin typeface="Arial Black" panose="020B0A04020102020204" pitchFamily="34" charset="0"/>
                  <a:ea typeface="字由点字典黑 35J"/>
                  <a:sym typeface="字由点字典黑 75J"/>
                </a:rPr>
                <a:t>F</a:t>
              </a:r>
              <a:r>
                <a:rPr lang="en-US" altLang="zh-CN" sz="4999" b="1" spc="333" dirty="0">
                  <a:solidFill>
                    <a:srgbClr val="000000"/>
                  </a:solidFill>
                  <a:latin typeface="Arial Black" panose="020B0A04020102020204" pitchFamily="34" charset="0"/>
                  <a:ea typeface="字由点字典黑 35J"/>
                  <a:sym typeface="字由点字典黑 75J"/>
                </a:rPr>
                <a:t>unction Achieved: 2</a:t>
              </a:r>
              <a:endParaRPr lang="en-US" sz="4999" b="1" spc="333" dirty="0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sym typeface="字由点字典黑 75J"/>
              </a:endParaRPr>
            </a:p>
          </p:txBody>
        </p:sp>
      </p:grpSp>
      <p:pic>
        <p:nvPicPr>
          <p:cNvPr id="27" name="图片 26">
            <a:extLst>
              <a:ext uri="{FF2B5EF4-FFF2-40B4-BE49-F238E27FC236}">
                <a16:creationId xmlns:a16="http://schemas.microsoft.com/office/drawing/2014/main" id="{6E763C3B-55FF-8AFC-EFFA-DD0E70F42E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2185"/>
          <a:stretch/>
        </p:blipFill>
        <p:spPr>
          <a:xfrm>
            <a:off x="12425170" y="1061939"/>
            <a:ext cx="4675909" cy="2861303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C1AF7649-AFF4-8249-5333-B7E451282C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9622"/>
          <a:stretch/>
        </p:blipFill>
        <p:spPr>
          <a:xfrm>
            <a:off x="12425170" y="4610100"/>
            <a:ext cx="4675909" cy="4153728"/>
          </a:xfrm>
          <a:prstGeom prst="rect">
            <a:avLst/>
          </a:prstGeom>
        </p:spPr>
      </p:pic>
      <p:sp>
        <p:nvSpPr>
          <p:cNvPr id="17" name="箭头: 下 16">
            <a:extLst>
              <a:ext uri="{FF2B5EF4-FFF2-40B4-BE49-F238E27FC236}">
                <a16:creationId xmlns:a16="http://schemas.microsoft.com/office/drawing/2014/main" id="{D6EE9697-A977-CEC9-D6EE-E16C0D1FE99D}"/>
              </a:ext>
            </a:extLst>
          </p:cNvPr>
          <p:cNvSpPr/>
          <p:nvPr/>
        </p:nvSpPr>
        <p:spPr>
          <a:xfrm>
            <a:off x="15621000" y="2324100"/>
            <a:ext cx="901000" cy="2165289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95FAF223-7DD8-BEA0-EA3A-B124D9A6E008}"/>
              </a:ext>
            </a:extLst>
          </p:cNvPr>
          <p:cNvSpPr txBox="1"/>
          <p:nvPr/>
        </p:nvSpPr>
        <p:spPr>
          <a:xfrm>
            <a:off x="950843" y="5223503"/>
            <a:ext cx="9508131" cy="26586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9084" lvl="1" indent="-304542" algn="l">
              <a:lnSpc>
                <a:spcPts val="4231"/>
              </a:lnSpc>
              <a:buFont typeface="Arial"/>
              <a:buChar char="•"/>
            </a:pPr>
            <a:r>
              <a:rPr lang="en-US" sz="2821" dirty="0">
                <a:solidFill>
                  <a:srgbClr val="404040"/>
                </a:solidFill>
                <a:latin typeface="字由点字典黑 35J"/>
                <a:ea typeface="字由点字典黑 35J"/>
                <a:cs typeface="字由点字典黑 35J"/>
                <a:sym typeface="字由点字典黑 35J"/>
              </a:rPr>
              <a:t>Here shows how to enter the newly-developed shopping list pages. </a:t>
            </a:r>
          </a:p>
          <a:p>
            <a:pPr marL="609084" lvl="1" indent="-304542" algn="l">
              <a:lnSpc>
                <a:spcPts val="4231"/>
              </a:lnSpc>
              <a:buFont typeface="Arial"/>
              <a:buChar char="•"/>
            </a:pPr>
            <a:r>
              <a:rPr lang="en-US" sz="2821" dirty="0">
                <a:solidFill>
                  <a:srgbClr val="404040"/>
                </a:solidFill>
                <a:latin typeface="字由点字典黑 35J"/>
                <a:ea typeface="字由点字典黑 35J"/>
                <a:cs typeface="字由点字典黑 35J"/>
                <a:sym typeface="字由点字典黑 35J"/>
              </a:rPr>
              <a:t>I add a shopping list button on the digital fridge page, by clicking that, you can enter this page.</a:t>
            </a:r>
          </a:p>
          <a:p>
            <a:pPr marL="609084" lvl="1" indent="-304542" algn="l">
              <a:lnSpc>
                <a:spcPts val="4231"/>
              </a:lnSpc>
              <a:buFont typeface="Arial"/>
              <a:buChar char="•"/>
            </a:pPr>
            <a:r>
              <a:rPr lang="en-US" sz="2821" dirty="0">
                <a:solidFill>
                  <a:srgbClr val="404040"/>
                </a:solidFill>
                <a:latin typeface="字由点字典黑 35J"/>
                <a:ea typeface="字由点字典黑 35J"/>
                <a:cs typeface="字由点字典黑 35J"/>
                <a:sym typeface="字由点字典黑 35J"/>
              </a:rPr>
              <a:t>This page will show you every item in your shopping list.</a:t>
            </a:r>
          </a:p>
        </p:txBody>
      </p:sp>
    </p:spTree>
    <p:extLst>
      <p:ext uri="{BB962C8B-B14F-4D97-AF65-F5344CB8AC3E}">
        <p14:creationId xmlns:p14="http://schemas.microsoft.com/office/powerpoint/2010/main" val="29376969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00DDF-6B2A-4E11-4BE2-1742995FB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998423B-60F9-069F-3A47-DFD6FBE3F566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-13238003" y="955899"/>
            <a:chExt cx="24384000" cy="13716000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C63F6567-9098-CE06-2D44-9F1E885380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5000"/>
            </a:blip>
            <a:srcRect/>
            <a:stretch>
              <a:fillRect/>
            </a:stretch>
          </p:blipFill>
          <p:spPr>
            <a:xfrm>
              <a:off x="-13238003" y="955899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DCA99857-1DB8-7363-9977-39993703CBC0}"/>
              </a:ext>
            </a:extLst>
          </p:cNvPr>
          <p:cNvGrpSpPr/>
          <p:nvPr/>
        </p:nvGrpSpPr>
        <p:grpSpPr>
          <a:xfrm>
            <a:off x="914401" y="1107100"/>
            <a:ext cx="8993742" cy="743793"/>
            <a:chOff x="1364274" y="1067129"/>
            <a:chExt cx="8993742" cy="743793"/>
          </a:xfrm>
        </p:grpSpPr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A2785972-1CD0-2AC0-F467-817CE10C75C2}"/>
                </a:ext>
              </a:extLst>
            </p:cNvPr>
            <p:cNvGrpSpPr/>
            <p:nvPr/>
          </p:nvGrpSpPr>
          <p:grpSpPr>
            <a:xfrm>
              <a:off x="1364274" y="1267835"/>
              <a:ext cx="335574" cy="335574"/>
              <a:chOff x="0" y="0"/>
              <a:chExt cx="447432" cy="447432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324D391C-9839-11B7-7B7F-87A5482016E2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ADC01047-4E66-CDF7-9FEA-43D76B6E031A}"/>
                </a:ext>
              </a:extLst>
            </p:cNvPr>
            <p:cNvSpPr txBox="1"/>
            <p:nvPr/>
          </p:nvSpPr>
          <p:spPr>
            <a:xfrm>
              <a:off x="1790700" y="1067129"/>
              <a:ext cx="8567316" cy="7437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5759"/>
                </a:lnSpc>
              </a:pPr>
              <a:r>
                <a:rPr lang="en-US" sz="4999" b="1" spc="333" dirty="0">
                  <a:solidFill>
                    <a:srgbClr val="000000"/>
                  </a:solidFill>
                  <a:latin typeface="Arial Black" panose="020B0A04020102020204" pitchFamily="34" charset="0"/>
                  <a:ea typeface="字由点字典黑 35J"/>
                  <a:sym typeface="字由点字典黑 75J"/>
                </a:rPr>
                <a:t>F</a:t>
              </a:r>
              <a:r>
                <a:rPr lang="en-US" altLang="zh-CN" sz="4999" b="1" spc="333" dirty="0">
                  <a:solidFill>
                    <a:srgbClr val="000000"/>
                  </a:solidFill>
                  <a:latin typeface="Arial Black" panose="020B0A04020102020204" pitchFamily="34" charset="0"/>
                  <a:ea typeface="字由点字典黑 35J"/>
                  <a:sym typeface="字由点字典黑 75J"/>
                </a:rPr>
                <a:t>unction Achieved: 2</a:t>
              </a:r>
              <a:endParaRPr lang="en-US" sz="4999" b="1" spc="333" dirty="0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sym typeface="字由点字典黑 75J"/>
              </a:endParaRPr>
            </a:p>
          </p:txBody>
        </p:sp>
      </p:grpSp>
      <p:sp>
        <p:nvSpPr>
          <p:cNvPr id="32" name="TextBox 20">
            <a:extLst>
              <a:ext uri="{FF2B5EF4-FFF2-40B4-BE49-F238E27FC236}">
                <a16:creationId xmlns:a16="http://schemas.microsoft.com/office/drawing/2014/main" id="{0C4C7585-E16A-D317-8642-899D4ADF19B3}"/>
              </a:ext>
            </a:extLst>
          </p:cNvPr>
          <p:cNvSpPr txBox="1"/>
          <p:nvPr/>
        </p:nvSpPr>
        <p:spPr>
          <a:xfrm>
            <a:off x="950843" y="5223503"/>
            <a:ext cx="9508131" cy="15813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9084" lvl="1" indent="-304542" algn="l">
              <a:lnSpc>
                <a:spcPts val="4231"/>
              </a:lnSpc>
              <a:buFont typeface="Arial"/>
              <a:buChar char="•"/>
            </a:pPr>
            <a:r>
              <a:rPr lang="en-US" sz="2821" dirty="0">
                <a:solidFill>
                  <a:srgbClr val="404040"/>
                </a:solidFill>
                <a:latin typeface="字由点字典黑 35J"/>
                <a:ea typeface="字由点字典黑 35J"/>
                <a:cs typeface="字由点字典黑 35J"/>
                <a:sym typeface="字由点字典黑 35J"/>
              </a:rPr>
              <a:t>Here shows the delete function.</a:t>
            </a:r>
          </a:p>
          <a:p>
            <a:pPr marL="609084" lvl="1" indent="-304542" algn="l">
              <a:lnSpc>
                <a:spcPts val="4231"/>
              </a:lnSpc>
              <a:buFont typeface="Arial"/>
              <a:buChar char="•"/>
            </a:pPr>
            <a:r>
              <a:rPr lang="en-US" sz="2821" dirty="0">
                <a:solidFill>
                  <a:srgbClr val="404040"/>
                </a:solidFill>
                <a:latin typeface="字由点字典黑 35J"/>
                <a:ea typeface="字由点字典黑 35J"/>
                <a:cs typeface="字由点字典黑 35J"/>
                <a:sym typeface="字由点字典黑 35J"/>
              </a:rPr>
              <a:t>You can delete an item by clicking the red trash icon on the right-hand-side of that item.</a:t>
            </a: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B77EA337-DB6B-4DC7-6E55-63BE1010C2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1224" y="0"/>
            <a:ext cx="4675909" cy="10287000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C67787E9-FEA6-D880-B3A0-CE492947B41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0493"/>
          <a:stretch/>
        </p:blipFill>
        <p:spPr>
          <a:xfrm>
            <a:off x="12971976" y="3767312"/>
            <a:ext cx="4675909" cy="303536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17" name="组合 16">
            <a:extLst>
              <a:ext uri="{FF2B5EF4-FFF2-40B4-BE49-F238E27FC236}">
                <a16:creationId xmlns:a16="http://schemas.microsoft.com/office/drawing/2014/main" id="{734159E7-CBDA-6D30-BD76-F0A38034050E}"/>
              </a:ext>
            </a:extLst>
          </p:cNvPr>
          <p:cNvGrpSpPr/>
          <p:nvPr/>
        </p:nvGrpSpPr>
        <p:grpSpPr>
          <a:xfrm>
            <a:off x="790008" y="3013106"/>
            <a:ext cx="10671101" cy="1476196"/>
            <a:chOff x="2151747" y="2703068"/>
            <a:chExt cx="14567176" cy="1476196"/>
          </a:xfrm>
        </p:grpSpPr>
        <p:grpSp>
          <p:nvGrpSpPr>
            <p:cNvPr id="20" name="Group 9">
              <a:extLst>
                <a:ext uri="{FF2B5EF4-FFF2-40B4-BE49-F238E27FC236}">
                  <a16:creationId xmlns:a16="http://schemas.microsoft.com/office/drawing/2014/main" id="{E88F0C70-C35B-9C2E-164E-2D10F8DC9997}"/>
                </a:ext>
              </a:extLst>
            </p:cNvPr>
            <p:cNvGrpSpPr/>
            <p:nvPr/>
          </p:nvGrpSpPr>
          <p:grpSpPr>
            <a:xfrm>
              <a:off x="13972568" y="3843690"/>
              <a:ext cx="335574" cy="335574"/>
              <a:chOff x="0" y="0"/>
              <a:chExt cx="447432" cy="447432"/>
            </a:xfrm>
          </p:grpSpPr>
          <p:sp>
            <p:nvSpPr>
              <p:cNvPr id="42" name="Freeform 10">
                <a:extLst>
                  <a:ext uri="{FF2B5EF4-FFF2-40B4-BE49-F238E27FC236}">
                    <a16:creationId xmlns:a16="http://schemas.microsoft.com/office/drawing/2014/main" id="{456D33F6-FF14-AA69-81B4-9431B0F87F8F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grpSp>
          <p:nvGrpSpPr>
            <p:cNvPr id="22" name="Group 11">
              <a:extLst>
                <a:ext uri="{FF2B5EF4-FFF2-40B4-BE49-F238E27FC236}">
                  <a16:creationId xmlns:a16="http://schemas.microsoft.com/office/drawing/2014/main" id="{C3AC6584-DBE2-3757-E244-48BF616ADF92}"/>
                </a:ext>
              </a:extLst>
            </p:cNvPr>
            <p:cNvGrpSpPr/>
            <p:nvPr/>
          </p:nvGrpSpPr>
          <p:grpSpPr>
            <a:xfrm>
              <a:off x="14308142" y="3843690"/>
              <a:ext cx="335574" cy="335574"/>
              <a:chOff x="0" y="0"/>
              <a:chExt cx="447432" cy="447432"/>
            </a:xfrm>
          </p:grpSpPr>
          <p:sp>
            <p:nvSpPr>
              <p:cNvPr id="41" name="Freeform 12">
                <a:extLst>
                  <a:ext uri="{FF2B5EF4-FFF2-40B4-BE49-F238E27FC236}">
                    <a16:creationId xmlns:a16="http://schemas.microsoft.com/office/drawing/2014/main" id="{C474956B-4065-1E46-5DC7-6697A9C68925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grpSp>
          <p:nvGrpSpPr>
            <p:cNvPr id="23" name="Group 13">
              <a:extLst>
                <a:ext uri="{FF2B5EF4-FFF2-40B4-BE49-F238E27FC236}">
                  <a16:creationId xmlns:a16="http://schemas.microsoft.com/office/drawing/2014/main" id="{C3AE243D-972E-2F49-601E-1385389C6299}"/>
                </a:ext>
              </a:extLst>
            </p:cNvPr>
            <p:cNvGrpSpPr/>
            <p:nvPr/>
          </p:nvGrpSpPr>
          <p:grpSpPr>
            <a:xfrm>
              <a:off x="14643715" y="3843690"/>
              <a:ext cx="335574" cy="335574"/>
              <a:chOff x="0" y="0"/>
              <a:chExt cx="447432" cy="447432"/>
            </a:xfrm>
          </p:grpSpPr>
          <p:sp>
            <p:nvSpPr>
              <p:cNvPr id="40" name="Freeform 14">
                <a:extLst>
                  <a:ext uri="{FF2B5EF4-FFF2-40B4-BE49-F238E27FC236}">
                    <a16:creationId xmlns:a16="http://schemas.microsoft.com/office/drawing/2014/main" id="{F7F28F39-A194-E302-1D2C-F846085F6ACF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95A59ECC-E85A-D964-7555-27E902F40416}"/>
                </a:ext>
              </a:extLst>
            </p:cNvPr>
            <p:cNvGrpSpPr/>
            <p:nvPr/>
          </p:nvGrpSpPr>
          <p:grpSpPr>
            <a:xfrm>
              <a:off x="2151747" y="2703068"/>
              <a:ext cx="14567176" cy="1318461"/>
              <a:chOff x="2151747" y="2702541"/>
              <a:chExt cx="14567176" cy="1318461"/>
            </a:xfrm>
          </p:grpSpPr>
          <p:grpSp>
            <p:nvGrpSpPr>
              <p:cNvPr id="28" name="Group 4">
                <a:extLst>
                  <a:ext uri="{FF2B5EF4-FFF2-40B4-BE49-F238E27FC236}">
                    <a16:creationId xmlns:a16="http://schemas.microsoft.com/office/drawing/2014/main" id="{9707C67C-D34D-4A4C-2EC3-E7FCD40A4B04}"/>
                  </a:ext>
                </a:extLst>
              </p:cNvPr>
              <p:cNvGrpSpPr/>
              <p:nvPr/>
            </p:nvGrpSpPr>
            <p:grpSpPr>
              <a:xfrm>
                <a:off x="2151747" y="2702541"/>
                <a:ext cx="13984506" cy="1318461"/>
                <a:chOff x="0" y="0"/>
                <a:chExt cx="18646008" cy="1757948"/>
              </a:xfrm>
            </p:grpSpPr>
            <p:sp>
              <p:nvSpPr>
                <p:cNvPr id="39" name="Freeform 5">
                  <a:extLst>
                    <a:ext uri="{FF2B5EF4-FFF2-40B4-BE49-F238E27FC236}">
                      <a16:creationId xmlns:a16="http://schemas.microsoft.com/office/drawing/2014/main" id="{9A4642B4-2772-73A4-0B7E-85B84C5B884A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8646012" cy="17579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46012" h="1757934">
                      <a:moveTo>
                        <a:pt x="0" y="878967"/>
                      </a:moveTo>
                      <a:cubicBezTo>
                        <a:pt x="0" y="393319"/>
                        <a:pt x="398780" y="0"/>
                        <a:pt x="890524" y="0"/>
                      </a:cubicBezTo>
                      <a:lnTo>
                        <a:pt x="17755488" y="0"/>
                      </a:lnTo>
                      <a:lnTo>
                        <a:pt x="17755488" y="12700"/>
                      </a:lnTo>
                      <a:lnTo>
                        <a:pt x="17755488" y="0"/>
                      </a:lnTo>
                      <a:cubicBezTo>
                        <a:pt x="18247105" y="0"/>
                        <a:pt x="18646012" y="393319"/>
                        <a:pt x="18646012" y="878967"/>
                      </a:cubicBezTo>
                      <a:lnTo>
                        <a:pt x="18633312" y="878967"/>
                      </a:lnTo>
                      <a:lnTo>
                        <a:pt x="18646012" y="878967"/>
                      </a:lnTo>
                      <a:lnTo>
                        <a:pt x="18633312" y="878967"/>
                      </a:lnTo>
                      <a:lnTo>
                        <a:pt x="18646012" y="878967"/>
                      </a:lnTo>
                      <a:cubicBezTo>
                        <a:pt x="18646012" y="1364615"/>
                        <a:pt x="18247232" y="1757934"/>
                        <a:pt x="17755488" y="1757934"/>
                      </a:cubicBezTo>
                      <a:lnTo>
                        <a:pt x="17755488" y="1745234"/>
                      </a:lnTo>
                      <a:lnTo>
                        <a:pt x="17755488" y="1757934"/>
                      </a:lnTo>
                      <a:lnTo>
                        <a:pt x="890524" y="1757934"/>
                      </a:lnTo>
                      <a:lnTo>
                        <a:pt x="890524" y="1745234"/>
                      </a:lnTo>
                      <a:lnTo>
                        <a:pt x="890524" y="1757934"/>
                      </a:lnTo>
                      <a:cubicBezTo>
                        <a:pt x="398780" y="1757934"/>
                        <a:pt x="0" y="1364615"/>
                        <a:pt x="0" y="878967"/>
                      </a:cubicBezTo>
                      <a:lnTo>
                        <a:pt x="12700" y="878967"/>
                      </a:lnTo>
                      <a:lnTo>
                        <a:pt x="0" y="878967"/>
                      </a:lnTo>
                      <a:moveTo>
                        <a:pt x="25400" y="878967"/>
                      </a:moveTo>
                      <a:lnTo>
                        <a:pt x="12700" y="878967"/>
                      </a:lnTo>
                      <a:lnTo>
                        <a:pt x="25400" y="878967"/>
                      </a:lnTo>
                      <a:cubicBezTo>
                        <a:pt x="25400" y="1350264"/>
                        <a:pt x="412496" y="1732534"/>
                        <a:pt x="890524" y="1732534"/>
                      </a:cubicBezTo>
                      <a:lnTo>
                        <a:pt x="17755488" y="1732534"/>
                      </a:lnTo>
                      <a:cubicBezTo>
                        <a:pt x="18233389" y="1732534"/>
                        <a:pt x="18620612" y="1350264"/>
                        <a:pt x="18620612" y="878967"/>
                      </a:cubicBezTo>
                      <a:cubicBezTo>
                        <a:pt x="18620612" y="407670"/>
                        <a:pt x="18233517" y="25400"/>
                        <a:pt x="17755488" y="25400"/>
                      </a:cubicBezTo>
                      <a:lnTo>
                        <a:pt x="890524" y="25400"/>
                      </a:lnTo>
                      <a:lnTo>
                        <a:pt x="890524" y="12700"/>
                      </a:lnTo>
                      <a:lnTo>
                        <a:pt x="890524" y="25400"/>
                      </a:lnTo>
                      <a:cubicBezTo>
                        <a:pt x="412496" y="25400"/>
                        <a:pt x="25400" y="407670"/>
                        <a:pt x="25400" y="878967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sp>
            <p:nvSpPr>
              <p:cNvPr id="31" name="TextBox 18">
                <a:extLst>
                  <a:ext uri="{FF2B5EF4-FFF2-40B4-BE49-F238E27FC236}">
                    <a16:creationId xmlns:a16="http://schemas.microsoft.com/office/drawing/2014/main" id="{631C2DF9-CA30-6A9D-1F14-28DE8AC00576}"/>
                  </a:ext>
                </a:extLst>
              </p:cNvPr>
              <p:cNvSpPr txBox="1"/>
              <p:nvPr/>
            </p:nvSpPr>
            <p:spPr>
              <a:xfrm>
                <a:off x="2743938" y="3032669"/>
                <a:ext cx="656774" cy="551433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4320"/>
                  </a:lnSpc>
                </a:pPr>
                <a:r>
                  <a:rPr lang="en-US" sz="3600" dirty="0">
                    <a:solidFill>
                      <a:srgbClr val="373737"/>
                    </a:solidFill>
                    <a:latin typeface="Arimo"/>
                    <a:ea typeface="Arimo"/>
                    <a:cs typeface="Arimo"/>
                    <a:sym typeface="Arimo"/>
                  </a:rPr>
                  <a:t>2</a:t>
                </a:r>
              </a:p>
            </p:txBody>
          </p:sp>
          <p:grpSp>
            <p:nvGrpSpPr>
              <p:cNvPr id="34" name="组合 33">
                <a:extLst>
                  <a:ext uri="{FF2B5EF4-FFF2-40B4-BE49-F238E27FC236}">
                    <a16:creationId xmlns:a16="http://schemas.microsoft.com/office/drawing/2014/main" id="{78A2AD74-231C-2D31-D220-05028AAAD195}"/>
                  </a:ext>
                </a:extLst>
              </p:cNvPr>
              <p:cNvGrpSpPr/>
              <p:nvPr/>
            </p:nvGrpSpPr>
            <p:grpSpPr>
              <a:xfrm>
                <a:off x="3492152" y="3042863"/>
                <a:ext cx="13226771" cy="647346"/>
                <a:chOff x="3492152" y="3042863"/>
                <a:chExt cx="13226771" cy="647346"/>
              </a:xfrm>
            </p:grpSpPr>
            <p:sp>
              <p:nvSpPr>
                <p:cNvPr id="35" name="AutoShape 6">
                  <a:extLst>
                    <a:ext uri="{FF2B5EF4-FFF2-40B4-BE49-F238E27FC236}">
                      <a16:creationId xmlns:a16="http://schemas.microsoft.com/office/drawing/2014/main" id="{7F7CD58F-2721-4188-56E7-D54BE5CA6970}"/>
                    </a:ext>
                  </a:extLst>
                </p:cNvPr>
                <p:cNvSpPr/>
                <p:nvPr/>
              </p:nvSpPr>
              <p:spPr>
                <a:xfrm flipV="1">
                  <a:off x="3583101" y="3042863"/>
                  <a:ext cx="9525" cy="647346"/>
                </a:xfrm>
                <a:prstGeom prst="line">
                  <a:avLst/>
                </a:prstGeom>
                <a:ln w="9525" cap="rnd">
                  <a:solidFill>
                    <a:srgbClr val="373737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grpSp>
              <p:nvGrpSpPr>
                <p:cNvPr id="36" name="Group 7">
                  <a:extLst>
                    <a:ext uri="{FF2B5EF4-FFF2-40B4-BE49-F238E27FC236}">
                      <a16:creationId xmlns:a16="http://schemas.microsoft.com/office/drawing/2014/main" id="{2B2F68A3-8DB6-F13B-93E2-FBEF4DD1431A}"/>
                    </a:ext>
                  </a:extLst>
                </p:cNvPr>
                <p:cNvGrpSpPr/>
                <p:nvPr/>
              </p:nvGrpSpPr>
              <p:grpSpPr>
                <a:xfrm rot="5400000">
                  <a:off x="3492152" y="3266061"/>
                  <a:ext cx="191424" cy="191424"/>
                  <a:chOff x="0" y="0"/>
                  <a:chExt cx="255232" cy="255232"/>
                </a:xfrm>
              </p:grpSpPr>
              <p:sp>
                <p:nvSpPr>
                  <p:cNvPr id="38" name="Freeform 8">
                    <a:extLst>
                      <a:ext uri="{FF2B5EF4-FFF2-40B4-BE49-F238E27FC236}">
                        <a16:creationId xmlns:a16="http://schemas.microsoft.com/office/drawing/2014/main" id="{70464C54-79AE-81ED-4F28-8496BEE1BA1F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255270" cy="2552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5270" h="255270">
                        <a:moveTo>
                          <a:pt x="255270" y="127635"/>
                        </a:moveTo>
                        <a:cubicBezTo>
                          <a:pt x="184785" y="127635"/>
                          <a:pt x="127635" y="184785"/>
                          <a:pt x="127635" y="255270"/>
                        </a:cubicBezTo>
                        <a:cubicBezTo>
                          <a:pt x="127635" y="184785"/>
                          <a:pt x="70485" y="127635"/>
                          <a:pt x="0" y="127635"/>
                        </a:cubicBezTo>
                        <a:cubicBezTo>
                          <a:pt x="70485" y="127635"/>
                          <a:pt x="127635" y="70485"/>
                          <a:pt x="127635" y="0"/>
                        </a:cubicBezTo>
                        <a:cubicBezTo>
                          <a:pt x="127635" y="70485"/>
                          <a:pt x="184785" y="127635"/>
                          <a:pt x="255270" y="127635"/>
                        </a:cubicBezTo>
                        <a:close/>
                      </a:path>
                    </a:pathLst>
                  </a:custGeom>
                  <a:solidFill>
                    <a:srgbClr val="373737"/>
                  </a:solidFill>
                </p:spPr>
              </p:sp>
            </p:grpSp>
            <p:sp>
              <p:nvSpPr>
                <p:cNvPr id="37" name="TextBox 19">
                  <a:extLst>
                    <a:ext uri="{FF2B5EF4-FFF2-40B4-BE49-F238E27FC236}">
                      <a16:creationId xmlns:a16="http://schemas.microsoft.com/office/drawing/2014/main" id="{B446C671-AA9D-7013-2D6B-13E310DA81F6}"/>
                    </a:ext>
                  </a:extLst>
                </p:cNvPr>
                <p:cNvSpPr txBox="1"/>
                <p:nvPr/>
              </p:nvSpPr>
              <p:spPr>
                <a:xfrm>
                  <a:off x="3846355" y="3061244"/>
                  <a:ext cx="12872568" cy="551433"/>
                </a:xfrm>
                <a:prstGeom prst="rect">
                  <a:avLst/>
                </a:prstGeom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algn="l">
                    <a:lnSpc>
                      <a:spcPts val="4320"/>
                    </a:lnSpc>
                  </a:pPr>
                  <a:r>
                    <a:rPr lang="en-US" altLang="zh-CN" sz="3600" dirty="0">
                      <a:solidFill>
                        <a:srgbClr val="000000"/>
                      </a:solidFill>
                      <a:latin typeface="字由点字典黑 75J"/>
                      <a:ea typeface="字由点字典黑 75J"/>
                      <a:cs typeface="字由点字典黑 75J"/>
                      <a:sym typeface="字由点字典黑 75J"/>
                    </a:rPr>
                    <a:t>Shopping List Pages: Delete Item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4278399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038C7-0047-F1AF-B0D1-F1F7D58BE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A8F9499-E979-6B57-EFEB-8E18F4396A6B}"/>
              </a:ext>
            </a:extLst>
          </p:cNvPr>
          <p:cNvGrpSpPr/>
          <p:nvPr/>
        </p:nvGrpSpPr>
        <p:grpSpPr>
          <a:xfrm>
            <a:off x="0" y="5032"/>
            <a:ext cx="18288000" cy="10287000"/>
            <a:chOff x="-13238003" y="955899"/>
            <a:chExt cx="24384000" cy="13716000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BA00A456-FC0A-DC6E-BF30-89A78ECC4B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5000"/>
            </a:blip>
            <a:srcRect/>
            <a:stretch>
              <a:fillRect/>
            </a:stretch>
          </p:blipFill>
          <p:spPr>
            <a:xfrm>
              <a:off x="-13238003" y="955899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3C300F76-EE08-E410-6D64-0F2A9A0C0721}"/>
              </a:ext>
            </a:extLst>
          </p:cNvPr>
          <p:cNvGrpSpPr/>
          <p:nvPr/>
        </p:nvGrpSpPr>
        <p:grpSpPr>
          <a:xfrm>
            <a:off x="914401" y="1107100"/>
            <a:ext cx="8993742" cy="743793"/>
            <a:chOff x="1364274" y="1067129"/>
            <a:chExt cx="8993742" cy="743793"/>
          </a:xfrm>
        </p:grpSpPr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CB9D30E2-D806-0E27-E705-03DB438B94D7}"/>
                </a:ext>
              </a:extLst>
            </p:cNvPr>
            <p:cNvGrpSpPr/>
            <p:nvPr/>
          </p:nvGrpSpPr>
          <p:grpSpPr>
            <a:xfrm>
              <a:off x="1364274" y="1267835"/>
              <a:ext cx="335574" cy="335574"/>
              <a:chOff x="0" y="0"/>
              <a:chExt cx="447432" cy="447432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A2258F8C-6E46-FE8C-4832-562B7E8DA9AF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962EB55-1869-E4CF-0F09-7923525BA226}"/>
                </a:ext>
              </a:extLst>
            </p:cNvPr>
            <p:cNvSpPr txBox="1"/>
            <p:nvPr/>
          </p:nvSpPr>
          <p:spPr>
            <a:xfrm>
              <a:off x="1790700" y="1067129"/>
              <a:ext cx="8567316" cy="7437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5759"/>
                </a:lnSpc>
              </a:pPr>
              <a:r>
                <a:rPr lang="en-US" sz="4999" b="1" spc="333" dirty="0">
                  <a:solidFill>
                    <a:srgbClr val="000000"/>
                  </a:solidFill>
                  <a:latin typeface="Arial Black" panose="020B0A04020102020204" pitchFamily="34" charset="0"/>
                  <a:ea typeface="字由点字典黑 35J"/>
                  <a:sym typeface="字由点字典黑 75J"/>
                </a:rPr>
                <a:t>F</a:t>
              </a:r>
              <a:r>
                <a:rPr lang="en-US" altLang="zh-CN" sz="4999" b="1" spc="333" dirty="0">
                  <a:solidFill>
                    <a:srgbClr val="000000"/>
                  </a:solidFill>
                  <a:latin typeface="Arial Black" panose="020B0A04020102020204" pitchFamily="34" charset="0"/>
                  <a:ea typeface="字由点字典黑 35J"/>
                  <a:sym typeface="字由点字典黑 75J"/>
                </a:rPr>
                <a:t>unction Achieved: 2</a:t>
              </a:r>
              <a:endParaRPr lang="en-US" sz="4999" b="1" spc="333" dirty="0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sym typeface="字由点字典黑 75J"/>
              </a:endParaRPr>
            </a:p>
          </p:txBody>
        </p:sp>
      </p:grpSp>
      <p:sp>
        <p:nvSpPr>
          <p:cNvPr id="32" name="TextBox 20">
            <a:extLst>
              <a:ext uri="{FF2B5EF4-FFF2-40B4-BE49-F238E27FC236}">
                <a16:creationId xmlns:a16="http://schemas.microsoft.com/office/drawing/2014/main" id="{5981CD70-15A1-2094-F3CC-B3DD3372E802}"/>
              </a:ext>
            </a:extLst>
          </p:cNvPr>
          <p:cNvSpPr txBox="1"/>
          <p:nvPr/>
        </p:nvSpPr>
        <p:spPr>
          <a:xfrm>
            <a:off x="1083669" y="4781305"/>
            <a:ext cx="9889131" cy="31972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9084" lvl="1" indent="-304542" algn="l">
              <a:lnSpc>
                <a:spcPts val="4231"/>
              </a:lnSpc>
              <a:buFont typeface="Arial"/>
              <a:buChar char="•"/>
            </a:pPr>
            <a:r>
              <a:rPr lang="en-US" sz="2821" dirty="0">
                <a:solidFill>
                  <a:srgbClr val="404040"/>
                </a:solidFill>
                <a:latin typeface="字由点字典黑 35J"/>
                <a:ea typeface="字由点字典黑 35J"/>
                <a:cs typeface="字由点字典黑 35J"/>
                <a:sym typeface="字由点字典黑 35J"/>
              </a:rPr>
              <a:t>Here you can add an item to your shopping list.</a:t>
            </a:r>
          </a:p>
          <a:p>
            <a:pPr marL="609084" lvl="1" indent="-304542" algn="l">
              <a:lnSpc>
                <a:spcPts val="4231"/>
              </a:lnSpc>
              <a:buFont typeface="Arial"/>
              <a:buChar char="•"/>
            </a:pPr>
            <a:r>
              <a:rPr lang="en-US" sz="2821" dirty="0">
                <a:solidFill>
                  <a:srgbClr val="404040"/>
                </a:solidFill>
                <a:latin typeface="字由点字典黑 35J"/>
                <a:ea typeface="字由点字典黑 35J"/>
                <a:cs typeface="字由点字典黑 35J"/>
                <a:sym typeface="字由点字典黑 35J"/>
              </a:rPr>
              <a:t>This page can be entered from the shopping list pages by clicking the handwriting button or the scan button, same as the digital fridge pages.</a:t>
            </a:r>
          </a:p>
          <a:p>
            <a:pPr marL="609084" lvl="1" indent="-304542" algn="l">
              <a:lnSpc>
                <a:spcPts val="4231"/>
              </a:lnSpc>
              <a:buFont typeface="Arial"/>
              <a:buChar char="•"/>
            </a:pPr>
            <a:r>
              <a:rPr lang="en-US" sz="2821" dirty="0">
                <a:solidFill>
                  <a:srgbClr val="404040"/>
                </a:solidFill>
                <a:latin typeface="字由点字典黑 35J"/>
                <a:ea typeface="字由点字典黑 35J"/>
                <a:cs typeface="字由点字典黑 35J"/>
                <a:sym typeface="字由点字典黑 35J"/>
              </a:rPr>
              <a:t>This page is linked with recipes, which will be stated later.</a:t>
            </a:r>
          </a:p>
          <a:p>
            <a:pPr marL="609084" lvl="1" indent="-304542" algn="l">
              <a:lnSpc>
                <a:spcPts val="4231"/>
              </a:lnSpc>
              <a:buFont typeface="Arial"/>
              <a:buChar char="•"/>
            </a:pPr>
            <a:endParaRPr lang="en-US" sz="2821" i="1" dirty="0">
              <a:solidFill>
                <a:srgbClr val="404040"/>
              </a:solidFill>
              <a:latin typeface="字由点字典黑 35J"/>
              <a:ea typeface="字由点字典黑 35J"/>
              <a:cs typeface="字由点字典黑 35J"/>
              <a:sym typeface="字由点字典黑 35J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EA8F649D-FCD0-5A1B-449A-9C88751A4F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1224" y="15096"/>
            <a:ext cx="4675909" cy="10287000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74E11426-2B42-A2C9-F5DC-A856181767C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1813"/>
          <a:stretch/>
        </p:blipFill>
        <p:spPr>
          <a:xfrm>
            <a:off x="13550287" y="4914900"/>
            <a:ext cx="4675909" cy="392827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17" name="组合 16">
            <a:extLst>
              <a:ext uri="{FF2B5EF4-FFF2-40B4-BE49-F238E27FC236}">
                <a16:creationId xmlns:a16="http://schemas.microsoft.com/office/drawing/2014/main" id="{7CED8B6C-C272-14A2-BE8D-1C41E770F108}"/>
              </a:ext>
            </a:extLst>
          </p:cNvPr>
          <p:cNvGrpSpPr/>
          <p:nvPr/>
        </p:nvGrpSpPr>
        <p:grpSpPr>
          <a:xfrm>
            <a:off x="790008" y="3013106"/>
            <a:ext cx="11478192" cy="1476196"/>
            <a:chOff x="2151747" y="2703068"/>
            <a:chExt cx="14567176" cy="1476196"/>
          </a:xfrm>
        </p:grpSpPr>
        <p:grpSp>
          <p:nvGrpSpPr>
            <p:cNvPr id="22" name="Group 9">
              <a:extLst>
                <a:ext uri="{FF2B5EF4-FFF2-40B4-BE49-F238E27FC236}">
                  <a16:creationId xmlns:a16="http://schemas.microsoft.com/office/drawing/2014/main" id="{408CDE9E-133D-B4A2-5B19-7F7FE4056E9C}"/>
                </a:ext>
              </a:extLst>
            </p:cNvPr>
            <p:cNvGrpSpPr/>
            <p:nvPr/>
          </p:nvGrpSpPr>
          <p:grpSpPr>
            <a:xfrm>
              <a:off x="13972568" y="3843690"/>
              <a:ext cx="335574" cy="335574"/>
              <a:chOff x="0" y="0"/>
              <a:chExt cx="447432" cy="447432"/>
            </a:xfrm>
          </p:grpSpPr>
          <p:sp>
            <p:nvSpPr>
              <p:cNvPr id="42" name="Freeform 10">
                <a:extLst>
                  <a:ext uri="{FF2B5EF4-FFF2-40B4-BE49-F238E27FC236}">
                    <a16:creationId xmlns:a16="http://schemas.microsoft.com/office/drawing/2014/main" id="{6B22DD48-9A5C-320B-D429-F871974FA7A5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grpSp>
          <p:nvGrpSpPr>
            <p:cNvPr id="23" name="Group 11">
              <a:extLst>
                <a:ext uri="{FF2B5EF4-FFF2-40B4-BE49-F238E27FC236}">
                  <a16:creationId xmlns:a16="http://schemas.microsoft.com/office/drawing/2014/main" id="{1B96D1E0-6A74-11F1-3F05-1ED6272DD8D7}"/>
                </a:ext>
              </a:extLst>
            </p:cNvPr>
            <p:cNvGrpSpPr/>
            <p:nvPr/>
          </p:nvGrpSpPr>
          <p:grpSpPr>
            <a:xfrm>
              <a:off x="14308142" y="3843690"/>
              <a:ext cx="335574" cy="335574"/>
              <a:chOff x="0" y="0"/>
              <a:chExt cx="447432" cy="447432"/>
            </a:xfrm>
          </p:grpSpPr>
          <p:sp>
            <p:nvSpPr>
              <p:cNvPr id="41" name="Freeform 12">
                <a:extLst>
                  <a:ext uri="{FF2B5EF4-FFF2-40B4-BE49-F238E27FC236}">
                    <a16:creationId xmlns:a16="http://schemas.microsoft.com/office/drawing/2014/main" id="{73FAF439-1505-378F-834D-52F408B0E795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grpSp>
          <p:nvGrpSpPr>
            <p:cNvPr id="28" name="Group 13">
              <a:extLst>
                <a:ext uri="{FF2B5EF4-FFF2-40B4-BE49-F238E27FC236}">
                  <a16:creationId xmlns:a16="http://schemas.microsoft.com/office/drawing/2014/main" id="{9A58ECF1-7A1A-8074-B74E-31D84EE927A5}"/>
                </a:ext>
              </a:extLst>
            </p:cNvPr>
            <p:cNvGrpSpPr/>
            <p:nvPr/>
          </p:nvGrpSpPr>
          <p:grpSpPr>
            <a:xfrm>
              <a:off x="14643715" y="3843690"/>
              <a:ext cx="335574" cy="335574"/>
              <a:chOff x="0" y="0"/>
              <a:chExt cx="447432" cy="447432"/>
            </a:xfrm>
          </p:grpSpPr>
          <p:sp>
            <p:nvSpPr>
              <p:cNvPr id="40" name="Freeform 14">
                <a:extLst>
                  <a:ext uri="{FF2B5EF4-FFF2-40B4-BE49-F238E27FC236}">
                    <a16:creationId xmlns:a16="http://schemas.microsoft.com/office/drawing/2014/main" id="{72D48CD5-C978-4CF5-7F9A-767FECC0A1DB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935EF06F-C048-5FCC-9579-57CE2C1E767E}"/>
                </a:ext>
              </a:extLst>
            </p:cNvPr>
            <p:cNvGrpSpPr/>
            <p:nvPr/>
          </p:nvGrpSpPr>
          <p:grpSpPr>
            <a:xfrm>
              <a:off x="2151747" y="2703068"/>
              <a:ext cx="14567176" cy="1318461"/>
              <a:chOff x="2151747" y="2702541"/>
              <a:chExt cx="14567176" cy="1318461"/>
            </a:xfrm>
          </p:grpSpPr>
          <p:grpSp>
            <p:nvGrpSpPr>
              <p:cNvPr id="31" name="Group 4">
                <a:extLst>
                  <a:ext uri="{FF2B5EF4-FFF2-40B4-BE49-F238E27FC236}">
                    <a16:creationId xmlns:a16="http://schemas.microsoft.com/office/drawing/2014/main" id="{7B7A67CE-0620-5655-497A-094D500C6156}"/>
                  </a:ext>
                </a:extLst>
              </p:cNvPr>
              <p:cNvGrpSpPr/>
              <p:nvPr/>
            </p:nvGrpSpPr>
            <p:grpSpPr>
              <a:xfrm>
                <a:off x="2151747" y="2702541"/>
                <a:ext cx="13984506" cy="1318461"/>
                <a:chOff x="0" y="0"/>
                <a:chExt cx="18646008" cy="1757948"/>
              </a:xfrm>
            </p:grpSpPr>
            <p:sp>
              <p:nvSpPr>
                <p:cNvPr id="39" name="Freeform 5">
                  <a:extLst>
                    <a:ext uri="{FF2B5EF4-FFF2-40B4-BE49-F238E27FC236}">
                      <a16:creationId xmlns:a16="http://schemas.microsoft.com/office/drawing/2014/main" id="{3B17AF3E-1264-7969-BA11-038DC13DBA35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8646012" cy="17579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46012" h="1757934">
                      <a:moveTo>
                        <a:pt x="0" y="878967"/>
                      </a:moveTo>
                      <a:cubicBezTo>
                        <a:pt x="0" y="393319"/>
                        <a:pt x="398780" y="0"/>
                        <a:pt x="890524" y="0"/>
                      </a:cubicBezTo>
                      <a:lnTo>
                        <a:pt x="17755488" y="0"/>
                      </a:lnTo>
                      <a:lnTo>
                        <a:pt x="17755488" y="12700"/>
                      </a:lnTo>
                      <a:lnTo>
                        <a:pt x="17755488" y="0"/>
                      </a:lnTo>
                      <a:cubicBezTo>
                        <a:pt x="18247105" y="0"/>
                        <a:pt x="18646012" y="393319"/>
                        <a:pt x="18646012" y="878967"/>
                      </a:cubicBezTo>
                      <a:lnTo>
                        <a:pt x="18633312" y="878967"/>
                      </a:lnTo>
                      <a:lnTo>
                        <a:pt x="18646012" y="878967"/>
                      </a:lnTo>
                      <a:lnTo>
                        <a:pt x="18633312" y="878967"/>
                      </a:lnTo>
                      <a:lnTo>
                        <a:pt x="18646012" y="878967"/>
                      </a:lnTo>
                      <a:cubicBezTo>
                        <a:pt x="18646012" y="1364615"/>
                        <a:pt x="18247232" y="1757934"/>
                        <a:pt x="17755488" y="1757934"/>
                      </a:cubicBezTo>
                      <a:lnTo>
                        <a:pt x="17755488" y="1745234"/>
                      </a:lnTo>
                      <a:lnTo>
                        <a:pt x="17755488" y="1757934"/>
                      </a:lnTo>
                      <a:lnTo>
                        <a:pt x="890524" y="1757934"/>
                      </a:lnTo>
                      <a:lnTo>
                        <a:pt x="890524" y="1745234"/>
                      </a:lnTo>
                      <a:lnTo>
                        <a:pt x="890524" y="1757934"/>
                      </a:lnTo>
                      <a:cubicBezTo>
                        <a:pt x="398780" y="1757934"/>
                        <a:pt x="0" y="1364615"/>
                        <a:pt x="0" y="878967"/>
                      </a:cubicBezTo>
                      <a:lnTo>
                        <a:pt x="12700" y="878967"/>
                      </a:lnTo>
                      <a:lnTo>
                        <a:pt x="0" y="878967"/>
                      </a:lnTo>
                      <a:moveTo>
                        <a:pt x="25400" y="878967"/>
                      </a:moveTo>
                      <a:lnTo>
                        <a:pt x="12700" y="878967"/>
                      </a:lnTo>
                      <a:lnTo>
                        <a:pt x="25400" y="878967"/>
                      </a:lnTo>
                      <a:cubicBezTo>
                        <a:pt x="25400" y="1350264"/>
                        <a:pt x="412496" y="1732534"/>
                        <a:pt x="890524" y="1732534"/>
                      </a:cubicBezTo>
                      <a:lnTo>
                        <a:pt x="17755488" y="1732534"/>
                      </a:lnTo>
                      <a:cubicBezTo>
                        <a:pt x="18233389" y="1732534"/>
                        <a:pt x="18620612" y="1350264"/>
                        <a:pt x="18620612" y="878967"/>
                      </a:cubicBezTo>
                      <a:cubicBezTo>
                        <a:pt x="18620612" y="407670"/>
                        <a:pt x="18233517" y="25400"/>
                        <a:pt x="17755488" y="25400"/>
                      </a:cubicBezTo>
                      <a:lnTo>
                        <a:pt x="890524" y="25400"/>
                      </a:lnTo>
                      <a:lnTo>
                        <a:pt x="890524" y="12700"/>
                      </a:lnTo>
                      <a:lnTo>
                        <a:pt x="890524" y="25400"/>
                      </a:lnTo>
                      <a:cubicBezTo>
                        <a:pt x="412496" y="25400"/>
                        <a:pt x="25400" y="407670"/>
                        <a:pt x="25400" y="878967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sp>
            <p:nvSpPr>
              <p:cNvPr id="33" name="TextBox 18">
                <a:extLst>
                  <a:ext uri="{FF2B5EF4-FFF2-40B4-BE49-F238E27FC236}">
                    <a16:creationId xmlns:a16="http://schemas.microsoft.com/office/drawing/2014/main" id="{3FC00493-EF71-EC27-C845-C664764BBA73}"/>
                  </a:ext>
                </a:extLst>
              </p:cNvPr>
              <p:cNvSpPr txBox="1"/>
              <p:nvPr/>
            </p:nvSpPr>
            <p:spPr>
              <a:xfrm>
                <a:off x="2743938" y="3032669"/>
                <a:ext cx="656774" cy="551433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4320"/>
                  </a:lnSpc>
                </a:pPr>
                <a:r>
                  <a:rPr lang="en-US" sz="3600" dirty="0">
                    <a:solidFill>
                      <a:srgbClr val="373737"/>
                    </a:solidFill>
                    <a:latin typeface="Arimo"/>
                    <a:ea typeface="Arimo"/>
                    <a:cs typeface="Arimo"/>
                    <a:sym typeface="Arimo"/>
                  </a:rPr>
                  <a:t>2</a:t>
                </a:r>
              </a:p>
            </p:txBody>
          </p:sp>
          <p:grpSp>
            <p:nvGrpSpPr>
              <p:cNvPr id="34" name="组合 33">
                <a:extLst>
                  <a:ext uri="{FF2B5EF4-FFF2-40B4-BE49-F238E27FC236}">
                    <a16:creationId xmlns:a16="http://schemas.microsoft.com/office/drawing/2014/main" id="{2DEF8AE7-4452-41C7-DD12-A8673311A564}"/>
                  </a:ext>
                </a:extLst>
              </p:cNvPr>
              <p:cNvGrpSpPr/>
              <p:nvPr/>
            </p:nvGrpSpPr>
            <p:grpSpPr>
              <a:xfrm>
                <a:off x="3492152" y="3042863"/>
                <a:ext cx="13226771" cy="647346"/>
                <a:chOff x="3492152" y="3042863"/>
                <a:chExt cx="13226771" cy="647346"/>
              </a:xfrm>
            </p:grpSpPr>
            <p:sp>
              <p:nvSpPr>
                <p:cNvPr id="35" name="AutoShape 6">
                  <a:extLst>
                    <a:ext uri="{FF2B5EF4-FFF2-40B4-BE49-F238E27FC236}">
                      <a16:creationId xmlns:a16="http://schemas.microsoft.com/office/drawing/2014/main" id="{C5C04269-256A-95D9-ECC8-8DE10E38887C}"/>
                    </a:ext>
                  </a:extLst>
                </p:cNvPr>
                <p:cNvSpPr/>
                <p:nvPr/>
              </p:nvSpPr>
              <p:spPr>
                <a:xfrm flipV="1">
                  <a:off x="3583101" y="3042863"/>
                  <a:ext cx="9525" cy="647346"/>
                </a:xfrm>
                <a:prstGeom prst="line">
                  <a:avLst/>
                </a:prstGeom>
                <a:ln w="9525" cap="rnd">
                  <a:solidFill>
                    <a:srgbClr val="373737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grpSp>
              <p:nvGrpSpPr>
                <p:cNvPr id="36" name="Group 7">
                  <a:extLst>
                    <a:ext uri="{FF2B5EF4-FFF2-40B4-BE49-F238E27FC236}">
                      <a16:creationId xmlns:a16="http://schemas.microsoft.com/office/drawing/2014/main" id="{34D53BE1-C1FE-DB6B-C170-B06BFE61973A}"/>
                    </a:ext>
                  </a:extLst>
                </p:cNvPr>
                <p:cNvGrpSpPr/>
                <p:nvPr/>
              </p:nvGrpSpPr>
              <p:grpSpPr>
                <a:xfrm rot="5400000">
                  <a:off x="3492152" y="3266061"/>
                  <a:ext cx="191424" cy="191424"/>
                  <a:chOff x="0" y="0"/>
                  <a:chExt cx="255232" cy="255232"/>
                </a:xfrm>
              </p:grpSpPr>
              <p:sp>
                <p:nvSpPr>
                  <p:cNvPr id="38" name="Freeform 8">
                    <a:extLst>
                      <a:ext uri="{FF2B5EF4-FFF2-40B4-BE49-F238E27FC236}">
                        <a16:creationId xmlns:a16="http://schemas.microsoft.com/office/drawing/2014/main" id="{6DA0A0E0-062C-C9DC-FF74-7D21B35E6C99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255270" cy="2552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5270" h="255270">
                        <a:moveTo>
                          <a:pt x="255270" y="127635"/>
                        </a:moveTo>
                        <a:cubicBezTo>
                          <a:pt x="184785" y="127635"/>
                          <a:pt x="127635" y="184785"/>
                          <a:pt x="127635" y="255270"/>
                        </a:cubicBezTo>
                        <a:cubicBezTo>
                          <a:pt x="127635" y="184785"/>
                          <a:pt x="70485" y="127635"/>
                          <a:pt x="0" y="127635"/>
                        </a:cubicBezTo>
                        <a:cubicBezTo>
                          <a:pt x="70485" y="127635"/>
                          <a:pt x="127635" y="70485"/>
                          <a:pt x="127635" y="0"/>
                        </a:cubicBezTo>
                        <a:cubicBezTo>
                          <a:pt x="127635" y="70485"/>
                          <a:pt x="184785" y="127635"/>
                          <a:pt x="255270" y="127635"/>
                        </a:cubicBezTo>
                        <a:close/>
                      </a:path>
                    </a:pathLst>
                  </a:custGeom>
                  <a:solidFill>
                    <a:srgbClr val="373737"/>
                  </a:solidFill>
                </p:spPr>
              </p:sp>
            </p:grpSp>
            <p:sp>
              <p:nvSpPr>
                <p:cNvPr id="37" name="TextBox 19">
                  <a:extLst>
                    <a:ext uri="{FF2B5EF4-FFF2-40B4-BE49-F238E27FC236}">
                      <a16:creationId xmlns:a16="http://schemas.microsoft.com/office/drawing/2014/main" id="{42C4BCE4-752D-C9DA-4490-3F49C6516C95}"/>
                    </a:ext>
                  </a:extLst>
                </p:cNvPr>
                <p:cNvSpPr txBox="1"/>
                <p:nvPr/>
              </p:nvSpPr>
              <p:spPr>
                <a:xfrm>
                  <a:off x="3846355" y="3061244"/>
                  <a:ext cx="12872568" cy="551433"/>
                </a:xfrm>
                <a:prstGeom prst="rect">
                  <a:avLst/>
                </a:prstGeom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algn="l">
                    <a:lnSpc>
                      <a:spcPts val="4320"/>
                    </a:lnSpc>
                  </a:pPr>
                  <a:r>
                    <a:rPr lang="en-US" altLang="zh-CN" sz="3600" dirty="0">
                      <a:solidFill>
                        <a:srgbClr val="000000"/>
                      </a:solidFill>
                      <a:latin typeface="字由点字典黑 75J"/>
                      <a:ea typeface="字由点字典黑 75J"/>
                      <a:cs typeface="字由点字典黑 75J"/>
                      <a:sym typeface="字由点字典黑 75J"/>
                    </a:rPr>
                    <a:t>Shopping List Pages: Add Item Page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9187234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35333-A0C7-5E70-148F-91CED21F8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09D5582-28A9-3D56-DCF7-5FA2F6289CA3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735084AF-9A21-EB90-2870-AE8E2B2A7C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5000"/>
            </a:blip>
            <a:srcRect/>
            <a:stretch>
              <a:fillRect/>
            </a:stretch>
          </p:blipFill>
          <p:spPr>
            <a:xfrm>
              <a:off x="0" y="0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F13679EE-AD9F-5964-1662-8A61D7FF08D9}"/>
              </a:ext>
            </a:extLst>
          </p:cNvPr>
          <p:cNvGrpSpPr/>
          <p:nvPr/>
        </p:nvGrpSpPr>
        <p:grpSpPr>
          <a:xfrm>
            <a:off x="1364274" y="1267835"/>
            <a:ext cx="335574" cy="335574"/>
            <a:chOff x="0" y="0"/>
            <a:chExt cx="447432" cy="447432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1DA9E362-F6AC-4DF9-CD66-54CC552A31C0}"/>
                </a:ext>
              </a:extLst>
            </p:cNvPr>
            <p:cNvSpPr/>
            <p:nvPr/>
          </p:nvSpPr>
          <p:spPr>
            <a:xfrm>
              <a:off x="0" y="0"/>
              <a:ext cx="447548" cy="447548"/>
            </a:xfrm>
            <a:custGeom>
              <a:avLst/>
              <a:gdLst/>
              <a:ahLst/>
              <a:cxnLst/>
              <a:rect l="l" t="t" r="r" b="b"/>
              <a:pathLst>
                <a:path w="447548" h="447548">
                  <a:moveTo>
                    <a:pt x="0" y="223774"/>
                  </a:moveTo>
                  <a:cubicBezTo>
                    <a:pt x="123571" y="223774"/>
                    <a:pt x="223774" y="123571"/>
                    <a:pt x="223774" y="0"/>
                  </a:cubicBezTo>
                  <a:cubicBezTo>
                    <a:pt x="223774" y="123571"/>
                    <a:pt x="323977" y="223774"/>
                    <a:pt x="447548" y="223774"/>
                  </a:cubicBezTo>
                  <a:cubicBezTo>
                    <a:pt x="323977" y="223774"/>
                    <a:pt x="223774" y="323977"/>
                    <a:pt x="223774" y="447548"/>
                  </a:cubicBezTo>
                  <a:cubicBezTo>
                    <a:pt x="223774" y="323850"/>
                    <a:pt x="123571" y="223774"/>
                    <a:pt x="0" y="223774"/>
                  </a:cubicBezTo>
                  <a:close/>
                </a:path>
              </a:pathLst>
            </a:custGeom>
            <a:solidFill>
              <a:srgbClr val="373737"/>
            </a:solidFill>
          </p:spPr>
        </p:sp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EFAFF08B-B7E5-0033-0B75-09B2503DC6DE}"/>
              </a:ext>
            </a:extLst>
          </p:cNvPr>
          <p:cNvSpPr txBox="1"/>
          <p:nvPr/>
        </p:nvSpPr>
        <p:spPr>
          <a:xfrm>
            <a:off x="1790700" y="1067129"/>
            <a:ext cx="12382500" cy="74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759"/>
              </a:lnSpc>
            </a:pPr>
            <a:r>
              <a:rPr lang="en-US" sz="4999" b="1" spc="333" dirty="0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sym typeface="字由点字典黑 75J"/>
              </a:rPr>
              <a:t>Code explanation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FDDF6CF3-CD05-F526-42CC-667C16F8F8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2104" y="1982737"/>
            <a:ext cx="7228691" cy="7918354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258AFBE3-1A4A-A44B-4530-EAF4147D32D2}"/>
              </a:ext>
            </a:extLst>
          </p:cNvPr>
          <p:cNvGrpSpPr/>
          <p:nvPr/>
        </p:nvGrpSpPr>
        <p:grpSpPr>
          <a:xfrm>
            <a:off x="9829801" y="4305300"/>
            <a:ext cx="7543800" cy="3124199"/>
            <a:chOff x="7890248" y="3751471"/>
            <a:chExt cx="6553202" cy="6574576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C512C339-CCD8-4788-D723-BF01908BA339}"/>
                </a:ext>
              </a:extLst>
            </p:cNvPr>
            <p:cNvGrpSpPr/>
            <p:nvPr/>
          </p:nvGrpSpPr>
          <p:grpSpPr>
            <a:xfrm>
              <a:off x="12557052" y="8308216"/>
              <a:ext cx="1434801" cy="2017831"/>
              <a:chOff x="12978202" y="4185371"/>
              <a:chExt cx="1087986" cy="1462029"/>
            </a:xfrm>
          </p:grpSpPr>
          <p:grpSp>
            <p:nvGrpSpPr>
              <p:cNvPr id="26" name="Group 9">
                <a:extLst>
                  <a:ext uri="{FF2B5EF4-FFF2-40B4-BE49-F238E27FC236}">
                    <a16:creationId xmlns:a16="http://schemas.microsoft.com/office/drawing/2014/main" id="{4EA7C0DB-69FE-54F4-2B88-5F307F9CBEBC}"/>
                  </a:ext>
                </a:extLst>
              </p:cNvPr>
              <p:cNvGrpSpPr/>
              <p:nvPr/>
            </p:nvGrpSpPr>
            <p:grpSpPr>
              <a:xfrm>
                <a:off x="12978202" y="4191579"/>
                <a:ext cx="380947" cy="1448060"/>
                <a:chOff x="-1325818" y="463852"/>
                <a:chExt cx="507928" cy="1930747"/>
              </a:xfrm>
            </p:grpSpPr>
            <p:sp>
              <p:nvSpPr>
                <p:cNvPr id="31" name="Freeform 10">
                  <a:extLst>
                    <a:ext uri="{FF2B5EF4-FFF2-40B4-BE49-F238E27FC236}">
                      <a16:creationId xmlns:a16="http://schemas.microsoft.com/office/drawing/2014/main" id="{3B19598A-8117-471F-4D71-D94549ACFE66}"/>
                    </a:ext>
                  </a:extLst>
                </p:cNvPr>
                <p:cNvSpPr/>
                <p:nvPr/>
              </p:nvSpPr>
              <p:spPr>
                <a:xfrm>
                  <a:off x="-1325818" y="463852"/>
                  <a:ext cx="507928" cy="19307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grpSp>
            <p:nvGrpSpPr>
              <p:cNvPr id="27" name="Group 11">
                <a:extLst>
                  <a:ext uri="{FF2B5EF4-FFF2-40B4-BE49-F238E27FC236}">
                    <a16:creationId xmlns:a16="http://schemas.microsoft.com/office/drawing/2014/main" id="{D5BF9F62-58AD-C317-55F4-8159CD24A5A8}"/>
                  </a:ext>
                </a:extLst>
              </p:cNvPr>
              <p:cNvGrpSpPr/>
              <p:nvPr/>
            </p:nvGrpSpPr>
            <p:grpSpPr>
              <a:xfrm>
                <a:off x="13342800" y="4185371"/>
                <a:ext cx="380947" cy="1448059"/>
                <a:chOff x="-1287121" y="455575"/>
                <a:chExt cx="507928" cy="1930745"/>
              </a:xfrm>
            </p:grpSpPr>
            <p:sp>
              <p:nvSpPr>
                <p:cNvPr id="30" name="Freeform 12">
                  <a:extLst>
                    <a:ext uri="{FF2B5EF4-FFF2-40B4-BE49-F238E27FC236}">
                      <a16:creationId xmlns:a16="http://schemas.microsoft.com/office/drawing/2014/main" id="{052986AE-2D61-1670-5CA2-3961C12996E7}"/>
                    </a:ext>
                  </a:extLst>
                </p:cNvPr>
                <p:cNvSpPr/>
                <p:nvPr/>
              </p:nvSpPr>
              <p:spPr>
                <a:xfrm>
                  <a:off x="-1287121" y="455575"/>
                  <a:ext cx="507928" cy="19307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grpSp>
            <p:nvGrpSpPr>
              <p:cNvPr id="28" name="Group 13">
                <a:extLst>
                  <a:ext uri="{FF2B5EF4-FFF2-40B4-BE49-F238E27FC236}">
                    <a16:creationId xmlns:a16="http://schemas.microsoft.com/office/drawing/2014/main" id="{BE587E15-8866-2AB6-643D-B366870E4C95}"/>
                  </a:ext>
                </a:extLst>
              </p:cNvPr>
              <p:cNvGrpSpPr/>
              <p:nvPr/>
            </p:nvGrpSpPr>
            <p:grpSpPr>
              <a:xfrm>
                <a:off x="13685241" y="4199343"/>
                <a:ext cx="380947" cy="1448057"/>
                <a:chOff x="-1277965" y="474204"/>
                <a:chExt cx="507929" cy="1930743"/>
              </a:xfrm>
            </p:grpSpPr>
            <p:sp>
              <p:nvSpPr>
                <p:cNvPr id="29" name="Freeform 14">
                  <a:extLst>
                    <a:ext uri="{FF2B5EF4-FFF2-40B4-BE49-F238E27FC236}">
                      <a16:creationId xmlns:a16="http://schemas.microsoft.com/office/drawing/2014/main" id="{E6134F80-38BD-3B4E-10DB-129CED5BE822}"/>
                    </a:ext>
                  </a:extLst>
                </p:cNvPr>
                <p:cNvSpPr/>
                <p:nvPr/>
              </p:nvSpPr>
              <p:spPr>
                <a:xfrm>
                  <a:off x="-1277965" y="474204"/>
                  <a:ext cx="507929" cy="19307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DF65C236-507B-8FE1-84BE-BC2F194A64B0}"/>
                </a:ext>
              </a:extLst>
            </p:cNvPr>
            <p:cNvGrpSpPr/>
            <p:nvPr/>
          </p:nvGrpSpPr>
          <p:grpSpPr>
            <a:xfrm>
              <a:off x="7890248" y="3751471"/>
              <a:ext cx="6553202" cy="5987037"/>
              <a:chOff x="9989673" y="4589671"/>
              <a:chExt cx="6553202" cy="5987037"/>
            </a:xfrm>
          </p:grpSpPr>
          <p:grpSp>
            <p:nvGrpSpPr>
              <p:cNvPr id="23" name="Group 4">
                <a:extLst>
                  <a:ext uri="{FF2B5EF4-FFF2-40B4-BE49-F238E27FC236}">
                    <a16:creationId xmlns:a16="http://schemas.microsoft.com/office/drawing/2014/main" id="{467F1E76-AD5E-89FB-004D-ADB04982C1DE}"/>
                  </a:ext>
                </a:extLst>
              </p:cNvPr>
              <p:cNvGrpSpPr/>
              <p:nvPr/>
            </p:nvGrpSpPr>
            <p:grpSpPr>
              <a:xfrm>
                <a:off x="9989673" y="4589671"/>
                <a:ext cx="6553202" cy="5620814"/>
                <a:chOff x="-4123634" y="51603"/>
                <a:chExt cx="18646013" cy="2197851"/>
              </a:xfrm>
            </p:grpSpPr>
            <p:sp>
              <p:nvSpPr>
                <p:cNvPr id="25" name="Freeform 5">
                  <a:extLst>
                    <a:ext uri="{FF2B5EF4-FFF2-40B4-BE49-F238E27FC236}">
                      <a16:creationId xmlns:a16="http://schemas.microsoft.com/office/drawing/2014/main" id="{753B35E1-07FC-74B7-F6FC-EB5118D4681F}"/>
                    </a:ext>
                  </a:extLst>
                </p:cNvPr>
                <p:cNvSpPr/>
                <p:nvPr/>
              </p:nvSpPr>
              <p:spPr>
                <a:xfrm>
                  <a:off x="-4123634" y="51603"/>
                  <a:ext cx="18646013" cy="21978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46012" h="1757934">
                      <a:moveTo>
                        <a:pt x="0" y="878967"/>
                      </a:moveTo>
                      <a:cubicBezTo>
                        <a:pt x="0" y="393319"/>
                        <a:pt x="398780" y="0"/>
                        <a:pt x="890524" y="0"/>
                      </a:cubicBezTo>
                      <a:lnTo>
                        <a:pt x="17755488" y="0"/>
                      </a:lnTo>
                      <a:lnTo>
                        <a:pt x="17755488" y="12700"/>
                      </a:lnTo>
                      <a:lnTo>
                        <a:pt x="17755488" y="0"/>
                      </a:lnTo>
                      <a:cubicBezTo>
                        <a:pt x="18247105" y="0"/>
                        <a:pt x="18646012" y="393319"/>
                        <a:pt x="18646012" y="878967"/>
                      </a:cubicBezTo>
                      <a:lnTo>
                        <a:pt x="18633312" y="878967"/>
                      </a:lnTo>
                      <a:lnTo>
                        <a:pt x="18646012" y="878967"/>
                      </a:lnTo>
                      <a:lnTo>
                        <a:pt x="18633312" y="878967"/>
                      </a:lnTo>
                      <a:lnTo>
                        <a:pt x="18646012" y="878967"/>
                      </a:lnTo>
                      <a:cubicBezTo>
                        <a:pt x="18646012" y="1364615"/>
                        <a:pt x="18247232" y="1757934"/>
                        <a:pt x="17755488" y="1757934"/>
                      </a:cubicBezTo>
                      <a:lnTo>
                        <a:pt x="17755488" y="1745234"/>
                      </a:lnTo>
                      <a:lnTo>
                        <a:pt x="17755488" y="1757934"/>
                      </a:lnTo>
                      <a:lnTo>
                        <a:pt x="890524" y="1757934"/>
                      </a:lnTo>
                      <a:lnTo>
                        <a:pt x="890524" y="1745234"/>
                      </a:lnTo>
                      <a:lnTo>
                        <a:pt x="890524" y="1757934"/>
                      </a:lnTo>
                      <a:cubicBezTo>
                        <a:pt x="398780" y="1757934"/>
                        <a:pt x="0" y="1364615"/>
                        <a:pt x="0" y="878967"/>
                      </a:cubicBezTo>
                      <a:lnTo>
                        <a:pt x="12700" y="878967"/>
                      </a:lnTo>
                      <a:lnTo>
                        <a:pt x="0" y="878967"/>
                      </a:lnTo>
                      <a:moveTo>
                        <a:pt x="25400" y="878967"/>
                      </a:moveTo>
                      <a:lnTo>
                        <a:pt x="12700" y="878967"/>
                      </a:lnTo>
                      <a:lnTo>
                        <a:pt x="25400" y="878967"/>
                      </a:lnTo>
                      <a:cubicBezTo>
                        <a:pt x="25400" y="1350264"/>
                        <a:pt x="412496" y="1732534"/>
                        <a:pt x="890524" y="1732534"/>
                      </a:cubicBezTo>
                      <a:lnTo>
                        <a:pt x="17755488" y="1732534"/>
                      </a:lnTo>
                      <a:cubicBezTo>
                        <a:pt x="18233389" y="1732534"/>
                        <a:pt x="18620612" y="1350264"/>
                        <a:pt x="18620612" y="878967"/>
                      </a:cubicBezTo>
                      <a:cubicBezTo>
                        <a:pt x="18620612" y="407670"/>
                        <a:pt x="18233517" y="25400"/>
                        <a:pt x="17755488" y="25400"/>
                      </a:cubicBezTo>
                      <a:lnTo>
                        <a:pt x="890524" y="25400"/>
                      </a:lnTo>
                      <a:lnTo>
                        <a:pt x="890524" y="12700"/>
                      </a:lnTo>
                      <a:lnTo>
                        <a:pt x="890524" y="25400"/>
                      </a:lnTo>
                      <a:cubicBezTo>
                        <a:pt x="412496" y="25400"/>
                        <a:pt x="25400" y="407670"/>
                        <a:pt x="25400" y="878967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  <p:txBody>
                <a:bodyPr/>
                <a:lstStyle/>
                <a:p>
                  <a:endParaRPr lang="en-GB" dirty="0"/>
                </a:p>
              </p:txBody>
            </p:sp>
          </p:grpSp>
          <p:sp>
            <p:nvSpPr>
              <p:cNvPr id="24" name="TextBox 20">
                <a:extLst>
                  <a:ext uri="{FF2B5EF4-FFF2-40B4-BE49-F238E27FC236}">
                    <a16:creationId xmlns:a16="http://schemas.microsoft.com/office/drawing/2014/main" id="{A45FEA1E-1367-DF18-06EE-422258232CF0}"/>
                  </a:ext>
                </a:extLst>
              </p:cNvPr>
              <p:cNvSpPr txBox="1"/>
              <p:nvPr/>
            </p:nvSpPr>
            <p:spPr>
              <a:xfrm>
                <a:off x="9989673" y="4981913"/>
                <a:ext cx="6271387" cy="559479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609084" lvl="1" indent="-304542" algn="l">
                  <a:lnSpc>
                    <a:spcPts val="4231"/>
                  </a:lnSpc>
                  <a:buFont typeface="Arial"/>
                  <a:buChar char="•"/>
                </a:pPr>
                <a:r>
                  <a:rPr lang="en-US" sz="2821" dirty="0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Here is the interface of all the shopping list pages related to the database, this will search for each </a:t>
                </a:r>
                <a:r>
                  <a:rPr lang="en-US" sz="2821" dirty="0" err="1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php</a:t>
                </a:r>
                <a:r>
                  <a:rPr lang="en-US" sz="2821" dirty="0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 file and passing them the necessary information.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051040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5B921-C74A-F65D-18AA-4B712D744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B636F1F-5F35-20AD-67CE-A7DDF3AB0BF6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F5147B9C-2D61-7FA0-5EFF-01F598953D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5000"/>
            </a:blip>
            <a:srcRect/>
            <a:stretch>
              <a:fillRect/>
            </a:stretch>
          </p:blipFill>
          <p:spPr>
            <a:xfrm>
              <a:off x="0" y="0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3D13FA52-A17B-27B7-0C74-28CC23A781CE}"/>
              </a:ext>
            </a:extLst>
          </p:cNvPr>
          <p:cNvGrpSpPr/>
          <p:nvPr/>
        </p:nvGrpSpPr>
        <p:grpSpPr>
          <a:xfrm>
            <a:off x="1364274" y="1267835"/>
            <a:ext cx="335574" cy="335574"/>
            <a:chOff x="0" y="0"/>
            <a:chExt cx="447432" cy="447432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B0C4ACEC-3D68-5EE9-6478-FD13E6D62555}"/>
                </a:ext>
              </a:extLst>
            </p:cNvPr>
            <p:cNvSpPr/>
            <p:nvPr/>
          </p:nvSpPr>
          <p:spPr>
            <a:xfrm>
              <a:off x="0" y="0"/>
              <a:ext cx="447548" cy="447548"/>
            </a:xfrm>
            <a:custGeom>
              <a:avLst/>
              <a:gdLst/>
              <a:ahLst/>
              <a:cxnLst/>
              <a:rect l="l" t="t" r="r" b="b"/>
              <a:pathLst>
                <a:path w="447548" h="447548">
                  <a:moveTo>
                    <a:pt x="0" y="223774"/>
                  </a:moveTo>
                  <a:cubicBezTo>
                    <a:pt x="123571" y="223774"/>
                    <a:pt x="223774" y="123571"/>
                    <a:pt x="223774" y="0"/>
                  </a:cubicBezTo>
                  <a:cubicBezTo>
                    <a:pt x="223774" y="123571"/>
                    <a:pt x="323977" y="223774"/>
                    <a:pt x="447548" y="223774"/>
                  </a:cubicBezTo>
                  <a:cubicBezTo>
                    <a:pt x="323977" y="223774"/>
                    <a:pt x="223774" y="323977"/>
                    <a:pt x="223774" y="447548"/>
                  </a:cubicBezTo>
                  <a:cubicBezTo>
                    <a:pt x="223774" y="323850"/>
                    <a:pt x="123571" y="223774"/>
                    <a:pt x="0" y="223774"/>
                  </a:cubicBezTo>
                  <a:close/>
                </a:path>
              </a:pathLst>
            </a:custGeom>
            <a:solidFill>
              <a:srgbClr val="373737"/>
            </a:solidFill>
          </p:spPr>
        </p:sp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65376768-46E3-D57F-0898-3AC6A1B0BA7C}"/>
              </a:ext>
            </a:extLst>
          </p:cNvPr>
          <p:cNvSpPr txBox="1"/>
          <p:nvPr/>
        </p:nvSpPr>
        <p:spPr>
          <a:xfrm>
            <a:off x="1790700" y="1067129"/>
            <a:ext cx="12382500" cy="74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759"/>
              </a:lnSpc>
            </a:pPr>
            <a:r>
              <a:rPr lang="en-US" sz="4999" b="1" spc="333" dirty="0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sym typeface="字由点字典黑 75J"/>
              </a:rPr>
              <a:t>Code explanation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9A5299C6-FEC3-2D18-2EB3-173A08A9615B}"/>
              </a:ext>
            </a:extLst>
          </p:cNvPr>
          <p:cNvGrpSpPr/>
          <p:nvPr/>
        </p:nvGrpSpPr>
        <p:grpSpPr>
          <a:xfrm>
            <a:off x="9829801" y="4305300"/>
            <a:ext cx="7543800" cy="3124199"/>
            <a:chOff x="7890248" y="3751471"/>
            <a:chExt cx="6553202" cy="6574576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8E0BB702-4ECA-E8A6-C4C4-E928E8F44720}"/>
                </a:ext>
              </a:extLst>
            </p:cNvPr>
            <p:cNvGrpSpPr/>
            <p:nvPr/>
          </p:nvGrpSpPr>
          <p:grpSpPr>
            <a:xfrm>
              <a:off x="12557052" y="8308216"/>
              <a:ext cx="1434801" cy="2017831"/>
              <a:chOff x="12978202" y="4185371"/>
              <a:chExt cx="1087986" cy="1462029"/>
            </a:xfrm>
          </p:grpSpPr>
          <p:grpSp>
            <p:nvGrpSpPr>
              <p:cNvPr id="26" name="Group 9">
                <a:extLst>
                  <a:ext uri="{FF2B5EF4-FFF2-40B4-BE49-F238E27FC236}">
                    <a16:creationId xmlns:a16="http://schemas.microsoft.com/office/drawing/2014/main" id="{E4A634BC-DC1D-462B-7E2E-2F0D97FF9390}"/>
                  </a:ext>
                </a:extLst>
              </p:cNvPr>
              <p:cNvGrpSpPr/>
              <p:nvPr/>
            </p:nvGrpSpPr>
            <p:grpSpPr>
              <a:xfrm>
                <a:off x="12978202" y="4191579"/>
                <a:ext cx="380947" cy="1448060"/>
                <a:chOff x="-1325818" y="463852"/>
                <a:chExt cx="507928" cy="1930747"/>
              </a:xfrm>
            </p:grpSpPr>
            <p:sp>
              <p:nvSpPr>
                <p:cNvPr id="31" name="Freeform 10">
                  <a:extLst>
                    <a:ext uri="{FF2B5EF4-FFF2-40B4-BE49-F238E27FC236}">
                      <a16:creationId xmlns:a16="http://schemas.microsoft.com/office/drawing/2014/main" id="{17988EF2-0AEA-E51F-1EA3-5503D67DF8C5}"/>
                    </a:ext>
                  </a:extLst>
                </p:cNvPr>
                <p:cNvSpPr/>
                <p:nvPr/>
              </p:nvSpPr>
              <p:spPr>
                <a:xfrm>
                  <a:off x="-1325818" y="463852"/>
                  <a:ext cx="507928" cy="19307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grpSp>
            <p:nvGrpSpPr>
              <p:cNvPr id="27" name="Group 11">
                <a:extLst>
                  <a:ext uri="{FF2B5EF4-FFF2-40B4-BE49-F238E27FC236}">
                    <a16:creationId xmlns:a16="http://schemas.microsoft.com/office/drawing/2014/main" id="{0B0B3A38-13F8-8E5A-D229-F385230F5C35}"/>
                  </a:ext>
                </a:extLst>
              </p:cNvPr>
              <p:cNvGrpSpPr/>
              <p:nvPr/>
            </p:nvGrpSpPr>
            <p:grpSpPr>
              <a:xfrm>
                <a:off x="13342800" y="4185371"/>
                <a:ext cx="380947" cy="1448059"/>
                <a:chOff x="-1287121" y="455575"/>
                <a:chExt cx="507928" cy="1930745"/>
              </a:xfrm>
            </p:grpSpPr>
            <p:sp>
              <p:nvSpPr>
                <p:cNvPr id="30" name="Freeform 12">
                  <a:extLst>
                    <a:ext uri="{FF2B5EF4-FFF2-40B4-BE49-F238E27FC236}">
                      <a16:creationId xmlns:a16="http://schemas.microsoft.com/office/drawing/2014/main" id="{3AB48637-5B46-1F1D-EBEE-441E71208F23}"/>
                    </a:ext>
                  </a:extLst>
                </p:cNvPr>
                <p:cNvSpPr/>
                <p:nvPr/>
              </p:nvSpPr>
              <p:spPr>
                <a:xfrm>
                  <a:off x="-1287121" y="455575"/>
                  <a:ext cx="507928" cy="19307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grpSp>
            <p:nvGrpSpPr>
              <p:cNvPr id="28" name="Group 13">
                <a:extLst>
                  <a:ext uri="{FF2B5EF4-FFF2-40B4-BE49-F238E27FC236}">
                    <a16:creationId xmlns:a16="http://schemas.microsoft.com/office/drawing/2014/main" id="{2A03901E-95E1-F752-9CA6-569B62040510}"/>
                  </a:ext>
                </a:extLst>
              </p:cNvPr>
              <p:cNvGrpSpPr/>
              <p:nvPr/>
            </p:nvGrpSpPr>
            <p:grpSpPr>
              <a:xfrm>
                <a:off x="13685241" y="4199343"/>
                <a:ext cx="380947" cy="1448057"/>
                <a:chOff x="-1277965" y="474204"/>
                <a:chExt cx="507929" cy="1930743"/>
              </a:xfrm>
            </p:grpSpPr>
            <p:sp>
              <p:nvSpPr>
                <p:cNvPr id="29" name="Freeform 14">
                  <a:extLst>
                    <a:ext uri="{FF2B5EF4-FFF2-40B4-BE49-F238E27FC236}">
                      <a16:creationId xmlns:a16="http://schemas.microsoft.com/office/drawing/2014/main" id="{2780A305-8754-D24D-11AE-7900E02AFA11}"/>
                    </a:ext>
                  </a:extLst>
                </p:cNvPr>
                <p:cNvSpPr/>
                <p:nvPr/>
              </p:nvSpPr>
              <p:spPr>
                <a:xfrm>
                  <a:off x="-1277965" y="474204"/>
                  <a:ext cx="507929" cy="19307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9F943AC7-DF00-0672-688D-44D1BB2B319E}"/>
                </a:ext>
              </a:extLst>
            </p:cNvPr>
            <p:cNvGrpSpPr/>
            <p:nvPr/>
          </p:nvGrpSpPr>
          <p:grpSpPr>
            <a:xfrm>
              <a:off x="7890248" y="3751471"/>
              <a:ext cx="6553202" cy="5620814"/>
              <a:chOff x="9989673" y="4589671"/>
              <a:chExt cx="6553202" cy="5620814"/>
            </a:xfrm>
          </p:grpSpPr>
          <p:grpSp>
            <p:nvGrpSpPr>
              <p:cNvPr id="23" name="Group 4">
                <a:extLst>
                  <a:ext uri="{FF2B5EF4-FFF2-40B4-BE49-F238E27FC236}">
                    <a16:creationId xmlns:a16="http://schemas.microsoft.com/office/drawing/2014/main" id="{FA351EF5-34CD-1A22-64BC-4396800D866D}"/>
                  </a:ext>
                </a:extLst>
              </p:cNvPr>
              <p:cNvGrpSpPr/>
              <p:nvPr/>
            </p:nvGrpSpPr>
            <p:grpSpPr>
              <a:xfrm>
                <a:off x="9989673" y="4589671"/>
                <a:ext cx="6553202" cy="5620814"/>
                <a:chOff x="-4123634" y="51603"/>
                <a:chExt cx="18646013" cy="2197851"/>
              </a:xfrm>
            </p:grpSpPr>
            <p:sp>
              <p:nvSpPr>
                <p:cNvPr id="25" name="Freeform 5">
                  <a:extLst>
                    <a:ext uri="{FF2B5EF4-FFF2-40B4-BE49-F238E27FC236}">
                      <a16:creationId xmlns:a16="http://schemas.microsoft.com/office/drawing/2014/main" id="{53D9A900-2CA3-1C1B-4145-086A265D1F09}"/>
                    </a:ext>
                  </a:extLst>
                </p:cNvPr>
                <p:cNvSpPr/>
                <p:nvPr/>
              </p:nvSpPr>
              <p:spPr>
                <a:xfrm>
                  <a:off x="-4123634" y="51603"/>
                  <a:ext cx="18646013" cy="21978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46012" h="1757934">
                      <a:moveTo>
                        <a:pt x="0" y="878967"/>
                      </a:moveTo>
                      <a:cubicBezTo>
                        <a:pt x="0" y="393319"/>
                        <a:pt x="398780" y="0"/>
                        <a:pt x="890524" y="0"/>
                      </a:cubicBezTo>
                      <a:lnTo>
                        <a:pt x="17755488" y="0"/>
                      </a:lnTo>
                      <a:lnTo>
                        <a:pt x="17755488" y="12700"/>
                      </a:lnTo>
                      <a:lnTo>
                        <a:pt x="17755488" y="0"/>
                      </a:lnTo>
                      <a:cubicBezTo>
                        <a:pt x="18247105" y="0"/>
                        <a:pt x="18646012" y="393319"/>
                        <a:pt x="18646012" y="878967"/>
                      </a:cubicBezTo>
                      <a:lnTo>
                        <a:pt x="18633312" y="878967"/>
                      </a:lnTo>
                      <a:lnTo>
                        <a:pt x="18646012" y="878967"/>
                      </a:lnTo>
                      <a:lnTo>
                        <a:pt x="18633312" y="878967"/>
                      </a:lnTo>
                      <a:lnTo>
                        <a:pt x="18646012" y="878967"/>
                      </a:lnTo>
                      <a:cubicBezTo>
                        <a:pt x="18646012" y="1364615"/>
                        <a:pt x="18247232" y="1757934"/>
                        <a:pt x="17755488" y="1757934"/>
                      </a:cubicBezTo>
                      <a:lnTo>
                        <a:pt x="17755488" y="1745234"/>
                      </a:lnTo>
                      <a:lnTo>
                        <a:pt x="17755488" y="1757934"/>
                      </a:lnTo>
                      <a:lnTo>
                        <a:pt x="890524" y="1757934"/>
                      </a:lnTo>
                      <a:lnTo>
                        <a:pt x="890524" y="1745234"/>
                      </a:lnTo>
                      <a:lnTo>
                        <a:pt x="890524" y="1757934"/>
                      </a:lnTo>
                      <a:cubicBezTo>
                        <a:pt x="398780" y="1757934"/>
                        <a:pt x="0" y="1364615"/>
                        <a:pt x="0" y="878967"/>
                      </a:cubicBezTo>
                      <a:lnTo>
                        <a:pt x="12700" y="878967"/>
                      </a:lnTo>
                      <a:lnTo>
                        <a:pt x="0" y="878967"/>
                      </a:lnTo>
                      <a:moveTo>
                        <a:pt x="25400" y="878967"/>
                      </a:moveTo>
                      <a:lnTo>
                        <a:pt x="12700" y="878967"/>
                      </a:lnTo>
                      <a:lnTo>
                        <a:pt x="25400" y="878967"/>
                      </a:lnTo>
                      <a:cubicBezTo>
                        <a:pt x="25400" y="1350264"/>
                        <a:pt x="412496" y="1732534"/>
                        <a:pt x="890524" y="1732534"/>
                      </a:cubicBezTo>
                      <a:lnTo>
                        <a:pt x="17755488" y="1732534"/>
                      </a:lnTo>
                      <a:cubicBezTo>
                        <a:pt x="18233389" y="1732534"/>
                        <a:pt x="18620612" y="1350264"/>
                        <a:pt x="18620612" y="878967"/>
                      </a:cubicBezTo>
                      <a:cubicBezTo>
                        <a:pt x="18620612" y="407670"/>
                        <a:pt x="18233517" y="25400"/>
                        <a:pt x="17755488" y="25400"/>
                      </a:cubicBezTo>
                      <a:lnTo>
                        <a:pt x="890524" y="25400"/>
                      </a:lnTo>
                      <a:lnTo>
                        <a:pt x="890524" y="12700"/>
                      </a:lnTo>
                      <a:lnTo>
                        <a:pt x="890524" y="25400"/>
                      </a:lnTo>
                      <a:cubicBezTo>
                        <a:pt x="412496" y="25400"/>
                        <a:pt x="25400" y="407670"/>
                        <a:pt x="25400" y="878967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  <p:txBody>
                <a:bodyPr/>
                <a:lstStyle/>
                <a:p>
                  <a:endParaRPr lang="en-GB" dirty="0"/>
                </a:p>
              </p:txBody>
            </p:sp>
          </p:grpSp>
          <p:sp>
            <p:nvSpPr>
              <p:cNvPr id="24" name="TextBox 20">
                <a:extLst>
                  <a:ext uri="{FF2B5EF4-FFF2-40B4-BE49-F238E27FC236}">
                    <a16:creationId xmlns:a16="http://schemas.microsoft.com/office/drawing/2014/main" id="{4DD3E8D7-A9E9-CB5E-ABE1-B24B2086619D}"/>
                  </a:ext>
                </a:extLst>
              </p:cNvPr>
              <p:cNvSpPr txBox="1"/>
              <p:nvPr/>
            </p:nvSpPr>
            <p:spPr>
              <a:xfrm>
                <a:off x="9989673" y="4981913"/>
                <a:ext cx="6271387" cy="3327894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609084" lvl="1" indent="-304542" algn="l">
                  <a:lnSpc>
                    <a:spcPts val="4231"/>
                  </a:lnSpc>
                  <a:buFont typeface="Arial"/>
                  <a:buChar char="•"/>
                </a:pPr>
                <a:r>
                  <a:rPr lang="en-US" sz="2821" dirty="0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Here is the </a:t>
                </a:r>
                <a:r>
                  <a:rPr lang="en-US" sz="2821" dirty="0" err="1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php</a:t>
                </a:r>
                <a:r>
                  <a:rPr lang="en-US" sz="2821" dirty="0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 files to get the necessary information and post corresponding requests to the database.</a:t>
                </a:r>
              </a:p>
            </p:txBody>
          </p:sp>
        </p:grp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F2FCF59F-06F0-3005-FDE5-AD3A64449D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324100"/>
            <a:ext cx="6867525" cy="633412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AC1F53E-7DB4-9607-AEA0-A11496F71B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4274" y="3030941"/>
            <a:ext cx="6773662" cy="668772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DBCD417-52F0-0878-DDAF-C3425B68C2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9936" y="3927596"/>
            <a:ext cx="7821520" cy="6075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40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08F44-309F-C921-099D-64C1D9924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28A7A65-07C0-430D-8C18-46D9FDF7B8F3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244B6831-3DF5-50B7-EC78-8C0CC62384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5000"/>
            </a:blip>
            <a:srcRect/>
            <a:stretch>
              <a:fillRect/>
            </a:stretch>
          </p:blipFill>
          <p:spPr>
            <a:xfrm>
              <a:off x="0" y="0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67318F0B-B4F9-56BC-95AB-0A1664CBFB64}"/>
              </a:ext>
            </a:extLst>
          </p:cNvPr>
          <p:cNvGrpSpPr/>
          <p:nvPr/>
        </p:nvGrpSpPr>
        <p:grpSpPr>
          <a:xfrm>
            <a:off x="1364274" y="1267835"/>
            <a:ext cx="335574" cy="335574"/>
            <a:chOff x="0" y="0"/>
            <a:chExt cx="447432" cy="447432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909FF369-B068-3E00-E02C-6E9D398FE4E1}"/>
                </a:ext>
              </a:extLst>
            </p:cNvPr>
            <p:cNvSpPr/>
            <p:nvPr/>
          </p:nvSpPr>
          <p:spPr>
            <a:xfrm>
              <a:off x="0" y="0"/>
              <a:ext cx="447548" cy="447548"/>
            </a:xfrm>
            <a:custGeom>
              <a:avLst/>
              <a:gdLst/>
              <a:ahLst/>
              <a:cxnLst/>
              <a:rect l="l" t="t" r="r" b="b"/>
              <a:pathLst>
                <a:path w="447548" h="447548">
                  <a:moveTo>
                    <a:pt x="0" y="223774"/>
                  </a:moveTo>
                  <a:cubicBezTo>
                    <a:pt x="123571" y="223774"/>
                    <a:pt x="223774" y="123571"/>
                    <a:pt x="223774" y="0"/>
                  </a:cubicBezTo>
                  <a:cubicBezTo>
                    <a:pt x="223774" y="123571"/>
                    <a:pt x="323977" y="223774"/>
                    <a:pt x="447548" y="223774"/>
                  </a:cubicBezTo>
                  <a:cubicBezTo>
                    <a:pt x="323977" y="223774"/>
                    <a:pt x="223774" y="323977"/>
                    <a:pt x="223774" y="447548"/>
                  </a:cubicBezTo>
                  <a:cubicBezTo>
                    <a:pt x="223774" y="323850"/>
                    <a:pt x="123571" y="223774"/>
                    <a:pt x="0" y="223774"/>
                  </a:cubicBezTo>
                  <a:close/>
                </a:path>
              </a:pathLst>
            </a:custGeom>
            <a:solidFill>
              <a:srgbClr val="373737"/>
            </a:solidFill>
          </p:spPr>
        </p:sp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3815380A-62DF-0DC9-5E5B-CCFA153B909F}"/>
              </a:ext>
            </a:extLst>
          </p:cNvPr>
          <p:cNvSpPr txBox="1"/>
          <p:nvPr/>
        </p:nvSpPr>
        <p:spPr>
          <a:xfrm>
            <a:off x="1790700" y="1067129"/>
            <a:ext cx="12382500" cy="74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759"/>
              </a:lnSpc>
            </a:pPr>
            <a:r>
              <a:rPr lang="en-US" sz="4999" b="1" spc="333" dirty="0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sym typeface="字由点字典黑 75J"/>
              </a:rPr>
              <a:t>Code explanation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1AC035C6-14D6-1A31-DDC4-EA494CC2FE38}"/>
              </a:ext>
            </a:extLst>
          </p:cNvPr>
          <p:cNvGrpSpPr/>
          <p:nvPr/>
        </p:nvGrpSpPr>
        <p:grpSpPr>
          <a:xfrm>
            <a:off x="10363200" y="5950568"/>
            <a:ext cx="6858000" cy="1752601"/>
            <a:chOff x="7890248" y="3751471"/>
            <a:chExt cx="6553202" cy="6574576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CC408227-24F6-30F0-F9AC-895529C0E43C}"/>
                </a:ext>
              </a:extLst>
            </p:cNvPr>
            <p:cNvGrpSpPr/>
            <p:nvPr/>
          </p:nvGrpSpPr>
          <p:grpSpPr>
            <a:xfrm>
              <a:off x="12557052" y="8308216"/>
              <a:ext cx="1434801" cy="2017831"/>
              <a:chOff x="12978202" y="4185371"/>
              <a:chExt cx="1087986" cy="1462029"/>
            </a:xfrm>
          </p:grpSpPr>
          <p:grpSp>
            <p:nvGrpSpPr>
              <p:cNvPr id="26" name="Group 9">
                <a:extLst>
                  <a:ext uri="{FF2B5EF4-FFF2-40B4-BE49-F238E27FC236}">
                    <a16:creationId xmlns:a16="http://schemas.microsoft.com/office/drawing/2014/main" id="{39774319-4342-ACD3-D71F-F33D50551CCE}"/>
                  </a:ext>
                </a:extLst>
              </p:cNvPr>
              <p:cNvGrpSpPr/>
              <p:nvPr/>
            </p:nvGrpSpPr>
            <p:grpSpPr>
              <a:xfrm>
                <a:off x="12978202" y="4191579"/>
                <a:ext cx="380947" cy="1448060"/>
                <a:chOff x="-1325818" y="463852"/>
                <a:chExt cx="507928" cy="1930747"/>
              </a:xfrm>
            </p:grpSpPr>
            <p:sp>
              <p:nvSpPr>
                <p:cNvPr id="31" name="Freeform 10">
                  <a:extLst>
                    <a:ext uri="{FF2B5EF4-FFF2-40B4-BE49-F238E27FC236}">
                      <a16:creationId xmlns:a16="http://schemas.microsoft.com/office/drawing/2014/main" id="{227D0505-FA16-DC12-7A4B-2EF06F50BF43}"/>
                    </a:ext>
                  </a:extLst>
                </p:cNvPr>
                <p:cNvSpPr/>
                <p:nvPr/>
              </p:nvSpPr>
              <p:spPr>
                <a:xfrm>
                  <a:off x="-1325818" y="463852"/>
                  <a:ext cx="507928" cy="19307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grpSp>
            <p:nvGrpSpPr>
              <p:cNvPr id="27" name="Group 11">
                <a:extLst>
                  <a:ext uri="{FF2B5EF4-FFF2-40B4-BE49-F238E27FC236}">
                    <a16:creationId xmlns:a16="http://schemas.microsoft.com/office/drawing/2014/main" id="{5B9D65CA-5B76-283C-82DC-22547EFD7636}"/>
                  </a:ext>
                </a:extLst>
              </p:cNvPr>
              <p:cNvGrpSpPr/>
              <p:nvPr/>
            </p:nvGrpSpPr>
            <p:grpSpPr>
              <a:xfrm>
                <a:off x="13342800" y="4185371"/>
                <a:ext cx="380947" cy="1448059"/>
                <a:chOff x="-1287121" y="455575"/>
                <a:chExt cx="507928" cy="1930745"/>
              </a:xfrm>
            </p:grpSpPr>
            <p:sp>
              <p:nvSpPr>
                <p:cNvPr id="30" name="Freeform 12">
                  <a:extLst>
                    <a:ext uri="{FF2B5EF4-FFF2-40B4-BE49-F238E27FC236}">
                      <a16:creationId xmlns:a16="http://schemas.microsoft.com/office/drawing/2014/main" id="{B629669A-CD02-D800-47F4-D29235E5C2CE}"/>
                    </a:ext>
                  </a:extLst>
                </p:cNvPr>
                <p:cNvSpPr/>
                <p:nvPr/>
              </p:nvSpPr>
              <p:spPr>
                <a:xfrm>
                  <a:off x="-1287121" y="455575"/>
                  <a:ext cx="507928" cy="19307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grpSp>
            <p:nvGrpSpPr>
              <p:cNvPr id="28" name="Group 13">
                <a:extLst>
                  <a:ext uri="{FF2B5EF4-FFF2-40B4-BE49-F238E27FC236}">
                    <a16:creationId xmlns:a16="http://schemas.microsoft.com/office/drawing/2014/main" id="{A7C013FD-09C3-1E96-516B-A594C1B93A55}"/>
                  </a:ext>
                </a:extLst>
              </p:cNvPr>
              <p:cNvGrpSpPr/>
              <p:nvPr/>
            </p:nvGrpSpPr>
            <p:grpSpPr>
              <a:xfrm>
                <a:off x="13685241" y="4199343"/>
                <a:ext cx="380947" cy="1448057"/>
                <a:chOff x="-1277965" y="474204"/>
                <a:chExt cx="507929" cy="1930743"/>
              </a:xfrm>
            </p:grpSpPr>
            <p:sp>
              <p:nvSpPr>
                <p:cNvPr id="29" name="Freeform 14">
                  <a:extLst>
                    <a:ext uri="{FF2B5EF4-FFF2-40B4-BE49-F238E27FC236}">
                      <a16:creationId xmlns:a16="http://schemas.microsoft.com/office/drawing/2014/main" id="{32D5A038-DBE8-E0B9-98BF-7F9910210D5A}"/>
                    </a:ext>
                  </a:extLst>
                </p:cNvPr>
                <p:cNvSpPr/>
                <p:nvPr/>
              </p:nvSpPr>
              <p:spPr>
                <a:xfrm>
                  <a:off x="-1277965" y="474204"/>
                  <a:ext cx="507929" cy="19307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FC3E8387-F9DE-162F-98EE-20AA1C7DC25A}"/>
                </a:ext>
              </a:extLst>
            </p:cNvPr>
            <p:cNvGrpSpPr/>
            <p:nvPr/>
          </p:nvGrpSpPr>
          <p:grpSpPr>
            <a:xfrm>
              <a:off x="7890248" y="3751471"/>
              <a:ext cx="6553202" cy="5620814"/>
              <a:chOff x="9989673" y="4589671"/>
              <a:chExt cx="6553202" cy="5620814"/>
            </a:xfrm>
          </p:grpSpPr>
          <p:grpSp>
            <p:nvGrpSpPr>
              <p:cNvPr id="23" name="Group 4">
                <a:extLst>
                  <a:ext uri="{FF2B5EF4-FFF2-40B4-BE49-F238E27FC236}">
                    <a16:creationId xmlns:a16="http://schemas.microsoft.com/office/drawing/2014/main" id="{3AAB8591-F3B2-F48D-78FB-580BF2165F4F}"/>
                  </a:ext>
                </a:extLst>
              </p:cNvPr>
              <p:cNvGrpSpPr/>
              <p:nvPr/>
            </p:nvGrpSpPr>
            <p:grpSpPr>
              <a:xfrm>
                <a:off x="9989673" y="4589671"/>
                <a:ext cx="6553202" cy="5620814"/>
                <a:chOff x="-4123634" y="51603"/>
                <a:chExt cx="18646013" cy="2197851"/>
              </a:xfrm>
            </p:grpSpPr>
            <p:sp>
              <p:nvSpPr>
                <p:cNvPr id="25" name="Freeform 5">
                  <a:extLst>
                    <a:ext uri="{FF2B5EF4-FFF2-40B4-BE49-F238E27FC236}">
                      <a16:creationId xmlns:a16="http://schemas.microsoft.com/office/drawing/2014/main" id="{F7E2AD5A-B781-8536-B294-D2F5088AE0F8}"/>
                    </a:ext>
                  </a:extLst>
                </p:cNvPr>
                <p:cNvSpPr/>
                <p:nvPr/>
              </p:nvSpPr>
              <p:spPr>
                <a:xfrm>
                  <a:off x="-4123634" y="51603"/>
                  <a:ext cx="18646013" cy="21978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46012" h="1757934">
                      <a:moveTo>
                        <a:pt x="0" y="878967"/>
                      </a:moveTo>
                      <a:cubicBezTo>
                        <a:pt x="0" y="393319"/>
                        <a:pt x="398780" y="0"/>
                        <a:pt x="890524" y="0"/>
                      </a:cubicBezTo>
                      <a:lnTo>
                        <a:pt x="17755488" y="0"/>
                      </a:lnTo>
                      <a:lnTo>
                        <a:pt x="17755488" y="12700"/>
                      </a:lnTo>
                      <a:lnTo>
                        <a:pt x="17755488" y="0"/>
                      </a:lnTo>
                      <a:cubicBezTo>
                        <a:pt x="18247105" y="0"/>
                        <a:pt x="18646012" y="393319"/>
                        <a:pt x="18646012" y="878967"/>
                      </a:cubicBezTo>
                      <a:lnTo>
                        <a:pt x="18633312" y="878967"/>
                      </a:lnTo>
                      <a:lnTo>
                        <a:pt x="18646012" y="878967"/>
                      </a:lnTo>
                      <a:lnTo>
                        <a:pt x="18633312" y="878967"/>
                      </a:lnTo>
                      <a:lnTo>
                        <a:pt x="18646012" y="878967"/>
                      </a:lnTo>
                      <a:cubicBezTo>
                        <a:pt x="18646012" y="1364615"/>
                        <a:pt x="18247232" y="1757934"/>
                        <a:pt x="17755488" y="1757934"/>
                      </a:cubicBezTo>
                      <a:lnTo>
                        <a:pt x="17755488" y="1745234"/>
                      </a:lnTo>
                      <a:lnTo>
                        <a:pt x="17755488" y="1757934"/>
                      </a:lnTo>
                      <a:lnTo>
                        <a:pt x="890524" y="1757934"/>
                      </a:lnTo>
                      <a:lnTo>
                        <a:pt x="890524" y="1745234"/>
                      </a:lnTo>
                      <a:lnTo>
                        <a:pt x="890524" y="1757934"/>
                      </a:lnTo>
                      <a:cubicBezTo>
                        <a:pt x="398780" y="1757934"/>
                        <a:pt x="0" y="1364615"/>
                        <a:pt x="0" y="878967"/>
                      </a:cubicBezTo>
                      <a:lnTo>
                        <a:pt x="12700" y="878967"/>
                      </a:lnTo>
                      <a:lnTo>
                        <a:pt x="0" y="878967"/>
                      </a:lnTo>
                      <a:moveTo>
                        <a:pt x="25400" y="878967"/>
                      </a:moveTo>
                      <a:lnTo>
                        <a:pt x="12700" y="878967"/>
                      </a:lnTo>
                      <a:lnTo>
                        <a:pt x="25400" y="878967"/>
                      </a:lnTo>
                      <a:cubicBezTo>
                        <a:pt x="25400" y="1350264"/>
                        <a:pt x="412496" y="1732534"/>
                        <a:pt x="890524" y="1732534"/>
                      </a:cubicBezTo>
                      <a:lnTo>
                        <a:pt x="17755488" y="1732534"/>
                      </a:lnTo>
                      <a:cubicBezTo>
                        <a:pt x="18233389" y="1732534"/>
                        <a:pt x="18620612" y="1350264"/>
                        <a:pt x="18620612" y="878967"/>
                      </a:cubicBezTo>
                      <a:cubicBezTo>
                        <a:pt x="18620612" y="407670"/>
                        <a:pt x="18233517" y="25400"/>
                        <a:pt x="17755488" y="25400"/>
                      </a:cubicBezTo>
                      <a:lnTo>
                        <a:pt x="890524" y="25400"/>
                      </a:lnTo>
                      <a:lnTo>
                        <a:pt x="890524" y="12700"/>
                      </a:lnTo>
                      <a:lnTo>
                        <a:pt x="890524" y="25400"/>
                      </a:lnTo>
                      <a:cubicBezTo>
                        <a:pt x="412496" y="25400"/>
                        <a:pt x="25400" y="407670"/>
                        <a:pt x="25400" y="878967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  <p:txBody>
                <a:bodyPr/>
                <a:lstStyle/>
                <a:p>
                  <a:endParaRPr lang="en-GB" dirty="0"/>
                </a:p>
              </p:txBody>
            </p:sp>
          </p:grpSp>
          <p:sp>
            <p:nvSpPr>
              <p:cNvPr id="24" name="TextBox 20">
                <a:extLst>
                  <a:ext uri="{FF2B5EF4-FFF2-40B4-BE49-F238E27FC236}">
                    <a16:creationId xmlns:a16="http://schemas.microsoft.com/office/drawing/2014/main" id="{83C02BDA-E906-F50D-0457-256D5CDB1217}"/>
                  </a:ext>
                </a:extLst>
              </p:cNvPr>
              <p:cNvSpPr txBox="1"/>
              <p:nvPr/>
            </p:nvSpPr>
            <p:spPr>
              <a:xfrm>
                <a:off x="9989673" y="4981913"/>
                <a:ext cx="6271387" cy="2726429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609084" lvl="1" indent="-304542" algn="l">
                  <a:lnSpc>
                    <a:spcPts val="4231"/>
                  </a:lnSpc>
                  <a:buFont typeface="Arial"/>
                  <a:buChar char="•"/>
                </a:pPr>
                <a:r>
                  <a:rPr lang="en-US" sz="2821" dirty="0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Here is the table of the shopping list pages: </a:t>
                </a:r>
                <a:r>
                  <a:rPr lang="en-US" sz="2821" dirty="0" err="1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shopping_list</a:t>
                </a:r>
                <a:r>
                  <a:rPr lang="en-US" sz="2821" dirty="0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.</a:t>
                </a:r>
              </a:p>
            </p:txBody>
          </p:sp>
        </p:grp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DE1844E9-B864-3706-05CB-A1C328768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086" y="4548958"/>
            <a:ext cx="8086725" cy="546735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942C37C-3F3C-54CF-C735-C9102072A7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774" y="1799106"/>
            <a:ext cx="11734800" cy="359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5502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>
              <a:alphaModFix amt="55000"/>
            </a:blip>
            <a:srcRect/>
            <a:stretch>
              <a:fillRect/>
            </a:stretch>
          </p:blipFill>
          <p:spPr>
            <a:xfrm>
              <a:off x="0" y="0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15" name="Group 15"/>
          <p:cNvGrpSpPr/>
          <p:nvPr/>
        </p:nvGrpSpPr>
        <p:grpSpPr>
          <a:xfrm>
            <a:off x="1364274" y="1267835"/>
            <a:ext cx="335574" cy="335574"/>
            <a:chOff x="0" y="0"/>
            <a:chExt cx="447432" cy="44743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47548" cy="447548"/>
            </a:xfrm>
            <a:custGeom>
              <a:avLst/>
              <a:gdLst/>
              <a:ahLst/>
              <a:cxnLst/>
              <a:rect l="l" t="t" r="r" b="b"/>
              <a:pathLst>
                <a:path w="447548" h="447548">
                  <a:moveTo>
                    <a:pt x="0" y="223774"/>
                  </a:moveTo>
                  <a:cubicBezTo>
                    <a:pt x="123571" y="223774"/>
                    <a:pt x="223774" y="123571"/>
                    <a:pt x="223774" y="0"/>
                  </a:cubicBezTo>
                  <a:cubicBezTo>
                    <a:pt x="223774" y="123571"/>
                    <a:pt x="323977" y="223774"/>
                    <a:pt x="447548" y="223774"/>
                  </a:cubicBezTo>
                  <a:cubicBezTo>
                    <a:pt x="323977" y="223774"/>
                    <a:pt x="223774" y="323977"/>
                    <a:pt x="223774" y="447548"/>
                  </a:cubicBezTo>
                  <a:cubicBezTo>
                    <a:pt x="223774" y="323850"/>
                    <a:pt x="123571" y="223774"/>
                    <a:pt x="0" y="223774"/>
                  </a:cubicBezTo>
                  <a:close/>
                </a:path>
              </a:pathLst>
            </a:custGeom>
            <a:solidFill>
              <a:srgbClr val="373737"/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1790700" y="1067129"/>
            <a:ext cx="12382500" cy="74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759"/>
              </a:lnSpc>
            </a:pPr>
            <a:r>
              <a:rPr lang="en-US" sz="4999" b="1" spc="333" dirty="0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sym typeface="字由点字典黑 75J"/>
              </a:rPr>
              <a:t>Code explanation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6E372EB8-6F06-397B-3B00-434BC4966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155" y="1983911"/>
            <a:ext cx="10829783" cy="7920922"/>
          </a:xfrm>
          <a:prstGeom prst="rect">
            <a:avLst/>
          </a:prstGeom>
        </p:spPr>
      </p:pic>
      <p:grpSp>
        <p:nvGrpSpPr>
          <p:cNvPr id="19" name="组合 18">
            <a:extLst>
              <a:ext uri="{FF2B5EF4-FFF2-40B4-BE49-F238E27FC236}">
                <a16:creationId xmlns:a16="http://schemas.microsoft.com/office/drawing/2014/main" id="{E10A209C-69D8-3FC1-1E49-E175555C1535}"/>
              </a:ext>
            </a:extLst>
          </p:cNvPr>
          <p:cNvGrpSpPr/>
          <p:nvPr/>
        </p:nvGrpSpPr>
        <p:grpSpPr>
          <a:xfrm>
            <a:off x="11734800" y="5067300"/>
            <a:ext cx="6319824" cy="2604228"/>
            <a:chOff x="7890248" y="3751468"/>
            <a:chExt cx="6553202" cy="6574579"/>
          </a:xfrm>
        </p:grpSpPr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05B43379-1AA1-2A3F-C559-664EEDBF0250}"/>
                </a:ext>
              </a:extLst>
            </p:cNvPr>
            <p:cNvGrpSpPr/>
            <p:nvPr/>
          </p:nvGrpSpPr>
          <p:grpSpPr>
            <a:xfrm>
              <a:off x="12557052" y="8308216"/>
              <a:ext cx="1434801" cy="2017831"/>
              <a:chOff x="12978202" y="4185371"/>
              <a:chExt cx="1087986" cy="1462029"/>
            </a:xfrm>
          </p:grpSpPr>
          <p:grpSp>
            <p:nvGrpSpPr>
              <p:cNvPr id="28" name="Group 9">
                <a:extLst>
                  <a:ext uri="{FF2B5EF4-FFF2-40B4-BE49-F238E27FC236}">
                    <a16:creationId xmlns:a16="http://schemas.microsoft.com/office/drawing/2014/main" id="{66519C99-BF79-61C9-C9B0-EC7D14280462}"/>
                  </a:ext>
                </a:extLst>
              </p:cNvPr>
              <p:cNvGrpSpPr/>
              <p:nvPr/>
            </p:nvGrpSpPr>
            <p:grpSpPr>
              <a:xfrm>
                <a:off x="12978202" y="4191579"/>
                <a:ext cx="380947" cy="1448060"/>
                <a:chOff x="-1325818" y="463852"/>
                <a:chExt cx="507928" cy="1930747"/>
              </a:xfrm>
            </p:grpSpPr>
            <p:sp>
              <p:nvSpPr>
                <p:cNvPr id="33" name="Freeform 10">
                  <a:extLst>
                    <a:ext uri="{FF2B5EF4-FFF2-40B4-BE49-F238E27FC236}">
                      <a16:creationId xmlns:a16="http://schemas.microsoft.com/office/drawing/2014/main" id="{3DF5784F-8C79-C686-03ED-57761A566D3D}"/>
                    </a:ext>
                  </a:extLst>
                </p:cNvPr>
                <p:cNvSpPr/>
                <p:nvPr/>
              </p:nvSpPr>
              <p:spPr>
                <a:xfrm>
                  <a:off x="-1325818" y="463852"/>
                  <a:ext cx="507928" cy="19307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grpSp>
            <p:nvGrpSpPr>
              <p:cNvPr id="29" name="Group 11">
                <a:extLst>
                  <a:ext uri="{FF2B5EF4-FFF2-40B4-BE49-F238E27FC236}">
                    <a16:creationId xmlns:a16="http://schemas.microsoft.com/office/drawing/2014/main" id="{FD88AC7D-8801-26F4-24A3-A9B50D7EAB94}"/>
                  </a:ext>
                </a:extLst>
              </p:cNvPr>
              <p:cNvGrpSpPr/>
              <p:nvPr/>
            </p:nvGrpSpPr>
            <p:grpSpPr>
              <a:xfrm>
                <a:off x="13342800" y="4185371"/>
                <a:ext cx="380947" cy="1448059"/>
                <a:chOff x="-1287121" y="455575"/>
                <a:chExt cx="507928" cy="1930745"/>
              </a:xfrm>
            </p:grpSpPr>
            <p:sp>
              <p:nvSpPr>
                <p:cNvPr id="32" name="Freeform 12">
                  <a:extLst>
                    <a:ext uri="{FF2B5EF4-FFF2-40B4-BE49-F238E27FC236}">
                      <a16:creationId xmlns:a16="http://schemas.microsoft.com/office/drawing/2014/main" id="{CEE9A856-5C4F-A773-D696-087FCBB7DEFB}"/>
                    </a:ext>
                  </a:extLst>
                </p:cNvPr>
                <p:cNvSpPr/>
                <p:nvPr/>
              </p:nvSpPr>
              <p:spPr>
                <a:xfrm>
                  <a:off x="-1287121" y="455575"/>
                  <a:ext cx="507928" cy="19307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grpSp>
            <p:nvGrpSpPr>
              <p:cNvPr id="30" name="Group 13">
                <a:extLst>
                  <a:ext uri="{FF2B5EF4-FFF2-40B4-BE49-F238E27FC236}">
                    <a16:creationId xmlns:a16="http://schemas.microsoft.com/office/drawing/2014/main" id="{D6B39F61-1050-F82C-F00C-4063934B1847}"/>
                  </a:ext>
                </a:extLst>
              </p:cNvPr>
              <p:cNvGrpSpPr/>
              <p:nvPr/>
            </p:nvGrpSpPr>
            <p:grpSpPr>
              <a:xfrm>
                <a:off x="13685241" y="4199343"/>
                <a:ext cx="380947" cy="1448057"/>
                <a:chOff x="-1277965" y="474204"/>
                <a:chExt cx="507929" cy="1930743"/>
              </a:xfrm>
            </p:grpSpPr>
            <p:sp>
              <p:nvSpPr>
                <p:cNvPr id="31" name="Freeform 14">
                  <a:extLst>
                    <a:ext uri="{FF2B5EF4-FFF2-40B4-BE49-F238E27FC236}">
                      <a16:creationId xmlns:a16="http://schemas.microsoft.com/office/drawing/2014/main" id="{1121A0DF-76CC-7FB7-B0C1-D645DEA22DCF}"/>
                    </a:ext>
                  </a:extLst>
                </p:cNvPr>
                <p:cNvSpPr/>
                <p:nvPr/>
              </p:nvSpPr>
              <p:spPr>
                <a:xfrm>
                  <a:off x="-1277965" y="474204"/>
                  <a:ext cx="507929" cy="19307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</p:grp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D16C74E2-FA03-8E2C-A433-666C65F58D21}"/>
                </a:ext>
              </a:extLst>
            </p:cNvPr>
            <p:cNvGrpSpPr/>
            <p:nvPr/>
          </p:nvGrpSpPr>
          <p:grpSpPr>
            <a:xfrm>
              <a:off x="7890248" y="3751468"/>
              <a:ext cx="6553202" cy="5620814"/>
              <a:chOff x="9989673" y="4589668"/>
              <a:chExt cx="6553202" cy="5620814"/>
            </a:xfrm>
          </p:grpSpPr>
          <p:grpSp>
            <p:nvGrpSpPr>
              <p:cNvPr id="25" name="Group 4">
                <a:extLst>
                  <a:ext uri="{FF2B5EF4-FFF2-40B4-BE49-F238E27FC236}">
                    <a16:creationId xmlns:a16="http://schemas.microsoft.com/office/drawing/2014/main" id="{4926EFCA-2EB0-AE8A-AB8E-AE54D388D0E7}"/>
                  </a:ext>
                </a:extLst>
              </p:cNvPr>
              <p:cNvGrpSpPr/>
              <p:nvPr/>
            </p:nvGrpSpPr>
            <p:grpSpPr>
              <a:xfrm>
                <a:off x="9989673" y="4589668"/>
                <a:ext cx="6553202" cy="5620814"/>
                <a:chOff x="-4123634" y="51602"/>
                <a:chExt cx="18646013" cy="2197851"/>
              </a:xfrm>
            </p:grpSpPr>
            <p:sp>
              <p:nvSpPr>
                <p:cNvPr id="27" name="Freeform 5">
                  <a:extLst>
                    <a:ext uri="{FF2B5EF4-FFF2-40B4-BE49-F238E27FC236}">
                      <a16:creationId xmlns:a16="http://schemas.microsoft.com/office/drawing/2014/main" id="{8A2AB1C0-857C-2058-BE0B-6988277D779E}"/>
                    </a:ext>
                  </a:extLst>
                </p:cNvPr>
                <p:cNvSpPr/>
                <p:nvPr/>
              </p:nvSpPr>
              <p:spPr>
                <a:xfrm>
                  <a:off x="-4123634" y="51602"/>
                  <a:ext cx="18646013" cy="21978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46012" h="1757934">
                      <a:moveTo>
                        <a:pt x="0" y="878967"/>
                      </a:moveTo>
                      <a:cubicBezTo>
                        <a:pt x="0" y="393319"/>
                        <a:pt x="398780" y="0"/>
                        <a:pt x="890524" y="0"/>
                      </a:cubicBezTo>
                      <a:lnTo>
                        <a:pt x="17755488" y="0"/>
                      </a:lnTo>
                      <a:lnTo>
                        <a:pt x="17755488" y="12700"/>
                      </a:lnTo>
                      <a:lnTo>
                        <a:pt x="17755488" y="0"/>
                      </a:lnTo>
                      <a:cubicBezTo>
                        <a:pt x="18247105" y="0"/>
                        <a:pt x="18646012" y="393319"/>
                        <a:pt x="18646012" y="878967"/>
                      </a:cubicBezTo>
                      <a:lnTo>
                        <a:pt x="18633312" y="878967"/>
                      </a:lnTo>
                      <a:lnTo>
                        <a:pt x="18646012" y="878967"/>
                      </a:lnTo>
                      <a:lnTo>
                        <a:pt x="18633312" y="878967"/>
                      </a:lnTo>
                      <a:lnTo>
                        <a:pt x="18646012" y="878967"/>
                      </a:lnTo>
                      <a:cubicBezTo>
                        <a:pt x="18646012" y="1364615"/>
                        <a:pt x="18247232" y="1757934"/>
                        <a:pt x="17755488" y="1757934"/>
                      </a:cubicBezTo>
                      <a:lnTo>
                        <a:pt x="17755488" y="1745234"/>
                      </a:lnTo>
                      <a:lnTo>
                        <a:pt x="17755488" y="1757934"/>
                      </a:lnTo>
                      <a:lnTo>
                        <a:pt x="890524" y="1757934"/>
                      </a:lnTo>
                      <a:lnTo>
                        <a:pt x="890524" y="1745234"/>
                      </a:lnTo>
                      <a:lnTo>
                        <a:pt x="890524" y="1757934"/>
                      </a:lnTo>
                      <a:cubicBezTo>
                        <a:pt x="398780" y="1757934"/>
                        <a:pt x="0" y="1364615"/>
                        <a:pt x="0" y="878967"/>
                      </a:cubicBezTo>
                      <a:lnTo>
                        <a:pt x="12700" y="878967"/>
                      </a:lnTo>
                      <a:lnTo>
                        <a:pt x="0" y="878967"/>
                      </a:lnTo>
                      <a:moveTo>
                        <a:pt x="25400" y="878967"/>
                      </a:moveTo>
                      <a:lnTo>
                        <a:pt x="12700" y="878967"/>
                      </a:lnTo>
                      <a:lnTo>
                        <a:pt x="25400" y="878967"/>
                      </a:lnTo>
                      <a:cubicBezTo>
                        <a:pt x="25400" y="1350264"/>
                        <a:pt x="412496" y="1732534"/>
                        <a:pt x="890524" y="1732534"/>
                      </a:cubicBezTo>
                      <a:lnTo>
                        <a:pt x="17755488" y="1732534"/>
                      </a:lnTo>
                      <a:cubicBezTo>
                        <a:pt x="18233389" y="1732534"/>
                        <a:pt x="18620612" y="1350264"/>
                        <a:pt x="18620612" y="878967"/>
                      </a:cubicBezTo>
                      <a:cubicBezTo>
                        <a:pt x="18620612" y="407670"/>
                        <a:pt x="18233517" y="25400"/>
                        <a:pt x="17755488" y="25400"/>
                      </a:cubicBezTo>
                      <a:lnTo>
                        <a:pt x="890524" y="25400"/>
                      </a:lnTo>
                      <a:lnTo>
                        <a:pt x="890524" y="12700"/>
                      </a:lnTo>
                      <a:lnTo>
                        <a:pt x="890524" y="25400"/>
                      </a:lnTo>
                      <a:cubicBezTo>
                        <a:pt x="412496" y="25400"/>
                        <a:pt x="25400" y="407670"/>
                        <a:pt x="25400" y="878967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  <p:txBody>
                <a:bodyPr/>
                <a:lstStyle/>
                <a:p>
                  <a:endParaRPr lang="en-GB" dirty="0"/>
                </a:p>
              </p:txBody>
            </p:sp>
          </p:grpSp>
          <p:sp>
            <p:nvSpPr>
              <p:cNvPr id="26" name="TextBox 20">
                <a:extLst>
                  <a:ext uri="{FF2B5EF4-FFF2-40B4-BE49-F238E27FC236}">
                    <a16:creationId xmlns:a16="http://schemas.microsoft.com/office/drawing/2014/main" id="{FE47B330-B860-65E6-B035-6CFD7C1D19A3}"/>
                  </a:ext>
                </a:extLst>
              </p:cNvPr>
              <p:cNvSpPr txBox="1"/>
              <p:nvPr/>
            </p:nvSpPr>
            <p:spPr>
              <a:xfrm>
                <a:off x="9989673" y="4981912"/>
                <a:ext cx="6271387" cy="3992357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609084" lvl="1" indent="-304542" algn="l">
                  <a:lnSpc>
                    <a:spcPts val="4231"/>
                  </a:lnSpc>
                  <a:buFont typeface="Arial"/>
                  <a:buChar char="•"/>
                </a:pPr>
                <a:r>
                  <a:rPr lang="en-US" sz="2821" dirty="0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Here is the main page of the shopping list, where you can view all items in your shopping list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560688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E6C51-C8C7-5CC8-7E53-A106A2219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6ED3F4F-85FB-6229-0F1C-01B009CFAD5F}"/>
              </a:ext>
            </a:extLst>
          </p:cNvPr>
          <p:cNvGrpSpPr/>
          <p:nvPr/>
        </p:nvGrpSpPr>
        <p:grpSpPr>
          <a:xfrm>
            <a:off x="0" y="10538"/>
            <a:ext cx="18288000" cy="10287000"/>
            <a:chOff x="0" y="0"/>
            <a:chExt cx="24384000" cy="13716000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54AFC322-5550-29AB-7DED-F1C3BB70FA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5000"/>
            </a:blip>
            <a:srcRect/>
            <a:stretch>
              <a:fillRect/>
            </a:stretch>
          </p:blipFill>
          <p:spPr>
            <a:xfrm>
              <a:off x="0" y="0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57ED6605-701E-D462-1D8F-8795ABADE60F}"/>
              </a:ext>
            </a:extLst>
          </p:cNvPr>
          <p:cNvGrpSpPr/>
          <p:nvPr/>
        </p:nvGrpSpPr>
        <p:grpSpPr>
          <a:xfrm>
            <a:off x="1364274" y="1267835"/>
            <a:ext cx="335574" cy="335574"/>
            <a:chOff x="0" y="0"/>
            <a:chExt cx="447432" cy="447432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CEEF76B9-AFDF-36C9-0190-9ECBAF4BDA22}"/>
                </a:ext>
              </a:extLst>
            </p:cNvPr>
            <p:cNvSpPr/>
            <p:nvPr/>
          </p:nvSpPr>
          <p:spPr>
            <a:xfrm>
              <a:off x="0" y="0"/>
              <a:ext cx="447548" cy="447548"/>
            </a:xfrm>
            <a:custGeom>
              <a:avLst/>
              <a:gdLst/>
              <a:ahLst/>
              <a:cxnLst/>
              <a:rect l="l" t="t" r="r" b="b"/>
              <a:pathLst>
                <a:path w="447548" h="447548">
                  <a:moveTo>
                    <a:pt x="0" y="223774"/>
                  </a:moveTo>
                  <a:cubicBezTo>
                    <a:pt x="123571" y="223774"/>
                    <a:pt x="223774" y="123571"/>
                    <a:pt x="223774" y="0"/>
                  </a:cubicBezTo>
                  <a:cubicBezTo>
                    <a:pt x="223774" y="123571"/>
                    <a:pt x="323977" y="223774"/>
                    <a:pt x="447548" y="223774"/>
                  </a:cubicBezTo>
                  <a:cubicBezTo>
                    <a:pt x="323977" y="223774"/>
                    <a:pt x="223774" y="323977"/>
                    <a:pt x="223774" y="447548"/>
                  </a:cubicBezTo>
                  <a:cubicBezTo>
                    <a:pt x="223774" y="323850"/>
                    <a:pt x="123571" y="223774"/>
                    <a:pt x="0" y="223774"/>
                  </a:cubicBezTo>
                  <a:close/>
                </a:path>
              </a:pathLst>
            </a:custGeom>
            <a:solidFill>
              <a:srgbClr val="373737"/>
            </a:solidFill>
          </p:spPr>
        </p:sp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BD807CCA-FD82-585C-041F-9CAE57B0A221}"/>
              </a:ext>
            </a:extLst>
          </p:cNvPr>
          <p:cNvSpPr txBox="1"/>
          <p:nvPr/>
        </p:nvSpPr>
        <p:spPr>
          <a:xfrm>
            <a:off x="1790700" y="1067129"/>
            <a:ext cx="12382500" cy="74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759"/>
              </a:lnSpc>
            </a:pPr>
            <a:r>
              <a:rPr lang="en-US" sz="4999" b="1" spc="333" dirty="0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sym typeface="字由点字典黑 75J"/>
              </a:rPr>
              <a:t>Code explanation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FC640A43-CB85-F21A-D223-6966340E9E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096" y="2368034"/>
            <a:ext cx="10939566" cy="7326784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44337661-1FC1-97BB-5A41-224670D39170}"/>
              </a:ext>
            </a:extLst>
          </p:cNvPr>
          <p:cNvGrpSpPr/>
          <p:nvPr/>
        </p:nvGrpSpPr>
        <p:grpSpPr>
          <a:xfrm>
            <a:off x="11734800" y="5067300"/>
            <a:ext cx="6319824" cy="2604228"/>
            <a:chOff x="7890248" y="3751468"/>
            <a:chExt cx="6553202" cy="6574579"/>
          </a:xfrm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546FD5FA-8A42-9177-F8B1-D826793DE7D6}"/>
                </a:ext>
              </a:extLst>
            </p:cNvPr>
            <p:cNvGrpSpPr/>
            <p:nvPr/>
          </p:nvGrpSpPr>
          <p:grpSpPr>
            <a:xfrm>
              <a:off x="12557052" y="8308216"/>
              <a:ext cx="1434801" cy="2017831"/>
              <a:chOff x="12978202" y="4185371"/>
              <a:chExt cx="1087986" cy="1462029"/>
            </a:xfrm>
          </p:grpSpPr>
          <p:grpSp>
            <p:nvGrpSpPr>
              <p:cNvPr id="26" name="Group 9">
                <a:extLst>
                  <a:ext uri="{FF2B5EF4-FFF2-40B4-BE49-F238E27FC236}">
                    <a16:creationId xmlns:a16="http://schemas.microsoft.com/office/drawing/2014/main" id="{98A8E625-8F90-9E27-AC70-7904F69C3E30}"/>
                  </a:ext>
                </a:extLst>
              </p:cNvPr>
              <p:cNvGrpSpPr/>
              <p:nvPr/>
            </p:nvGrpSpPr>
            <p:grpSpPr>
              <a:xfrm>
                <a:off x="12978202" y="4191579"/>
                <a:ext cx="380947" cy="1448060"/>
                <a:chOff x="-1325818" y="463852"/>
                <a:chExt cx="507928" cy="1930747"/>
              </a:xfrm>
            </p:grpSpPr>
            <p:sp>
              <p:nvSpPr>
                <p:cNvPr id="31" name="Freeform 10">
                  <a:extLst>
                    <a:ext uri="{FF2B5EF4-FFF2-40B4-BE49-F238E27FC236}">
                      <a16:creationId xmlns:a16="http://schemas.microsoft.com/office/drawing/2014/main" id="{EFA2FE54-E590-5FB9-5FDA-7E2E9281D699}"/>
                    </a:ext>
                  </a:extLst>
                </p:cNvPr>
                <p:cNvSpPr/>
                <p:nvPr/>
              </p:nvSpPr>
              <p:spPr>
                <a:xfrm>
                  <a:off x="-1325818" y="463852"/>
                  <a:ext cx="507928" cy="19307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grpSp>
            <p:nvGrpSpPr>
              <p:cNvPr id="27" name="Group 11">
                <a:extLst>
                  <a:ext uri="{FF2B5EF4-FFF2-40B4-BE49-F238E27FC236}">
                    <a16:creationId xmlns:a16="http://schemas.microsoft.com/office/drawing/2014/main" id="{1533D8FB-6286-1AC2-E8E3-94634BE174DE}"/>
                  </a:ext>
                </a:extLst>
              </p:cNvPr>
              <p:cNvGrpSpPr/>
              <p:nvPr/>
            </p:nvGrpSpPr>
            <p:grpSpPr>
              <a:xfrm>
                <a:off x="13342800" y="4185371"/>
                <a:ext cx="380947" cy="1448059"/>
                <a:chOff x="-1287121" y="455575"/>
                <a:chExt cx="507928" cy="1930745"/>
              </a:xfrm>
            </p:grpSpPr>
            <p:sp>
              <p:nvSpPr>
                <p:cNvPr id="30" name="Freeform 12">
                  <a:extLst>
                    <a:ext uri="{FF2B5EF4-FFF2-40B4-BE49-F238E27FC236}">
                      <a16:creationId xmlns:a16="http://schemas.microsoft.com/office/drawing/2014/main" id="{9CE40B66-C0CA-59BA-4315-4AA7A6C3650C}"/>
                    </a:ext>
                  </a:extLst>
                </p:cNvPr>
                <p:cNvSpPr/>
                <p:nvPr/>
              </p:nvSpPr>
              <p:spPr>
                <a:xfrm>
                  <a:off x="-1287121" y="455575"/>
                  <a:ext cx="507928" cy="19307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grpSp>
            <p:nvGrpSpPr>
              <p:cNvPr id="28" name="Group 13">
                <a:extLst>
                  <a:ext uri="{FF2B5EF4-FFF2-40B4-BE49-F238E27FC236}">
                    <a16:creationId xmlns:a16="http://schemas.microsoft.com/office/drawing/2014/main" id="{C2471071-3232-45F3-2EEC-A0D719B5CE17}"/>
                  </a:ext>
                </a:extLst>
              </p:cNvPr>
              <p:cNvGrpSpPr/>
              <p:nvPr/>
            </p:nvGrpSpPr>
            <p:grpSpPr>
              <a:xfrm>
                <a:off x="13685241" y="4199343"/>
                <a:ext cx="380947" cy="1448057"/>
                <a:chOff x="-1277965" y="474204"/>
                <a:chExt cx="507929" cy="1930743"/>
              </a:xfrm>
            </p:grpSpPr>
            <p:sp>
              <p:nvSpPr>
                <p:cNvPr id="29" name="Freeform 14">
                  <a:extLst>
                    <a:ext uri="{FF2B5EF4-FFF2-40B4-BE49-F238E27FC236}">
                      <a16:creationId xmlns:a16="http://schemas.microsoft.com/office/drawing/2014/main" id="{9E1ACDB7-A2DB-2FB3-5B52-C905CD913BC8}"/>
                    </a:ext>
                  </a:extLst>
                </p:cNvPr>
                <p:cNvSpPr/>
                <p:nvPr/>
              </p:nvSpPr>
              <p:spPr>
                <a:xfrm>
                  <a:off x="-1277965" y="474204"/>
                  <a:ext cx="507929" cy="19307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F99BE382-D416-B0AE-2724-CBB340807DAE}"/>
                </a:ext>
              </a:extLst>
            </p:cNvPr>
            <p:cNvGrpSpPr/>
            <p:nvPr/>
          </p:nvGrpSpPr>
          <p:grpSpPr>
            <a:xfrm>
              <a:off x="7890248" y="3751468"/>
              <a:ext cx="6553202" cy="5620814"/>
              <a:chOff x="9989673" y="4589668"/>
              <a:chExt cx="6553202" cy="5620814"/>
            </a:xfrm>
          </p:grpSpPr>
          <p:grpSp>
            <p:nvGrpSpPr>
              <p:cNvPr id="23" name="Group 4">
                <a:extLst>
                  <a:ext uri="{FF2B5EF4-FFF2-40B4-BE49-F238E27FC236}">
                    <a16:creationId xmlns:a16="http://schemas.microsoft.com/office/drawing/2014/main" id="{A7D32085-C2AA-511E-02AD-10C245B3283C}"/>
                  </a:ext>
                </a:extLst>
              </p:cNvPr>
              <p:cNvGrpSpPr/>
              <p:nvPr/>
            </p:nvGrpSpPr>
            <p:grpSpPr>
              <a:xfrm>
                <a:off x="9989673" y="4589668"/>
                <a:ext cx="6553202" cy="5620814"/>
                <a:chOff x="-4123634" y="51602"/>
                <a:chExt cx="18646013" cy="2197851"/>
              </a:xfrm>
            </p:grpSpPr>
            <p:sp>
              <p:nvSpPr>
                <p:cNvPr id="25" name="Freeform 5">
                  <a:extLst>
                    <a:ext uri="{FF2B5EF4-FFF2-40B4-BE49-F238E27FC236}">
                      <a16:creationId xmlns:a16="http://schemas.microsoft.com/office/drawing/2014/main" id="{79227668-8DD1-A1E1-1082-E1689B94E9DF}"/>
                    </a:ext>
                  </a:extLst>
                </p:cNvPr>
                <p:cNvSpPr/>
                <p:nvPr/>
              </p:nvSpPr>
              <p:spPr>
                <a:xfrm>
                  <a:off x="-4123634" y="51602"/>
                  <a:ext cx="18646013" cy="21978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46012" h="1757934">
                      <a:moveTo>
                        <a:pt x="0" y="878967"/>
                      </a:moveTo>
                      <a:cubicBezTo>
                        <a:pt x="0" y="393319"/>
                        <a:pt x="398780" y="0"/>
                        <a:pt x="890524" y="0"/>
                      </a:cubicBezTo>
                      <a:lnTo>
                        <a:pt x="17755488" y="0"/>
                      </a:lnTo>
                      <a:lnTo>
                        <a:pt x="17755488" y="12700"/>
                      </a:lnTo>
                      <a:lnTo>
                        <a:pt x="17755488" y="0"/>
                      </a:lnTo>
                      <a:cubicBezTo>
                        <a:pt x="18247105" y="0"/>
                        <a:pt x="18646012" y="393319"/>
                        <a:pt x="18646012" y="878967"/>
                      </a:cubicBezTo>
                      <a:lnTo>
                        <a:pt x="18633312" y="878967"/>
                      </a:lnTo>
                      <a:lnTo>
                        <a:pt x="18646012" y="878967"/>
                      </a:lnTo>
                      <a:lnTo>
                        <a:pt x="18633312" y="878967"/>
                      </a:lnTo>
                      <a:lnTo>
                        <a:pt x="18646012" y="878967"/>
                      </a:lnTo>
                      <a:cubicBezTo>
                        <a:pt x="18646012" y="1364615"/>
                        <a:pt x="18247232" y="1757934"/>
                        <a:pt x="17755488" y="1757934"/>
                      </a:cubicBezTo>
                      <a:lnTo>
                        <a:pt x="17755488" y="1745234"/>
                      </a:lnTo>
                      <a:lnTo>
                        <a:pt x="17755488" y="1757934"/>
                      </a:lnTo>
                      <a:lnTo>
                        <a:pt x="890524" y="1757934"/>
                      </a:lnTo>
                      <a:lnTo>
                        <a:pt x="890524" y="1745234"/>
                      </a:lnTo>
                      <a:lnTo>
                        <a:pt x="890524" y="1757934"/>
                      </a:lnTo>
                      <a:cubicBezTo>
                        <a:pt x="398780" y="1757934"/>
                        <a:pt x="0" y="1364615"/>
                        <a:pt x="0" y="878967"/>
                      </a:cubicBezTo>
                      <a:lnTo>
                        <a:pt x="12700" y="878967"/>
                      </a:lnTo>
                      <a:lnTo>
                        <a:pt x="0" y="878967"/>
                      </a:lnTo>
                      <a:moveTo>
                        <a:pt x="25400" y="878967"/>
                      </a:moveTo>
                      <a:lnTo>
                        <a:pt x="12700" y="878967"/>
                      </a:lnTo>
                      <a:lnTo>
                        <a:pt x="25400" y="878967"/>
                      </a:lnTo>
                      <a:cubicBezTo>
                        <a:pt x="25400" y="1350264"/>
                        <a:pt x="412496" y="1732534"/>
                        <a:pt x="890524" y="1732534"/>
                      </a:cubicBezTo>
                      <a:lnTo>
                        <a:pt x="17755488" y="1732534"/>
                      </a:lnTo>
                      <a:cubicBezTo>
                        <a:pt x="18233389" y="1732534"/>
                        <a:pt x="18620612" y="1350264"/>
                        <a:pt x="18620612" y="878967"/>
                      </a:cubicBezTo>
                      <a:cubicBezTo>
                        <a:pt x="18620612" y="407670"/>
                        <a:pt x="18233517" y="25400"/>
                        <a:pt x="17755488" y="25400"/>
                      </a:cubicBezTo>
                      <a:lnTo>
                        <a:pt x="890524" y="25400"/>
                      </a:lnTo>
                      <a:lnTo>
                        <a:pt x="890524" y="12700"/>
                      </a:lnTo>
                      <a:lnTo>
                        <a:pt x="890524" y="25400"/>
                      </a:lnTo>
                      <a:cubicBezTo>
                        <a:pt x="412496" y="25400"/>
                        <a:pt x="25400" y="407670"/>
                        <a:pt x="25400" y="878967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  <p:txBody>
                <a:bodyPr/>
                <a:lstStyle/>
                <a:p>
                  <a:endParaRPr lang="en-GB" dirty="0"/>
                </a:p>
              </p:txBody>
            </p:sp>
          </p:grpSp>
          <p:sp>
            <p:nvSpPr>
              <p:cNvPr id="24" name="TextBox 20">
                <a:extLst>
                  <a:ext uri="{FF2B5EF4-FFF2-40B4-BE49-F238E27FC236}">
                    <a16:creationId xmlns:a16="http://schemas.microsoft.com/office/drawing/2014/main" id="{2F17E62C-1B94-A8F2-4663-F8E2B399B1F3}"/>
                  </a:ext>
                </a:extLst>
              </p:cNvPr>
              <p:cNvSpPr txBox="1"/>
              <p:nvPr/>
            </p:nvSpPr>
            <p:spPr>
              <a:xfrm>
                <a:off x="9989673" y="4981912"/>
                <a:ext cx="6271387" cy="3992357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609084" lvl="1" indent="-304542" algn="l">
                  <a:lnSpc>
                    <a:spcPts val="4231"/>
                  </a:lnSpc>
                  <a:buFont typeface="Arial"/>
                  <a:buChar char="•"/>
                </a:pPr>
                <a:r>
                  <a:rPr lang="en-US" sz="2821" dirty="0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Here is the create item page of the shopping list, where you can add new item to your shopping list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812171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879F1-22F3-39C8-597C-5CCE26948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0838F06-38CC-4CA3-8BA2-5274A4A1B547}"/>
              </a:ext>
            </a:extLst>
          </p:cNvPr>
          <p:cNvGrpSpPr/>
          <p:nvPr/>
        </p:nvGrpSpPr>
        <p:grpSpPr>
          <a:xfrm>
            <a:off x="0" y="11430"/>
            <a:ext cx="18288000" cy="10287000"/>
            <a:chOff x="0" y="0"/>
            <a:chExt cx="24384000" cy="13716000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5DEC69C9-9E09-FF39-241B-02008CF296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5000"/>
            </a:blip>
            <a:srcRect/>
            <a:stretch>
              <a:fillRect/>
            </a:stretch>
          </p:blipFill>
          <p:spPr>
            <a:xfrm>
              <a:off x="0" y="0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D5207F4F-ACA1-9DCA-709B-E9D54BDA942F}"/>
              </a:ext>
            </a:extLst>
          </p:cNvPr>
          <p:cNvGrpSpPr/>
          <p:nvPr/>
        </p:nvGrpSpPr>
        <p:grpSpPr>
          <a:xfrm>
            <a:off x="1364274" y="1267835"/>
            <a:ext cx="335574" cy="335574"/>
            <a:chOff x="0" y="0"/>
            <a:chExt cx="447432" cy="447432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6350FE59-0630-19D3-A205-A7F87152D2DE}"/>
                </a:ext>
              </a:extLst>
            </p:cNvPr>
            <p:cNvSpPr/>
            <p:nvPr/>
          </p:nvSpPr>
          <p:spPr>
            <a:xfrm>
              <a:off x="0" y="0"/>
              <a:ext cx="447548" cy="447548"/>
            </a:xfrm>
            <a:custGeom>
              <a:avLst/>
              <a:gdLst/>
              <a:ahLst/>
              <a:cxnLst/>
              <a:rect l="l" t="t" r="r" b="b"/>
              <a:pathLst>
                <a:path w="447548" h="447548">
                  <a:moveTo>
                    <a:pt x="0" y="223774"/>
                  </a:moveTo>
                  <a:cubicBezTo>
                    <a:pt x="123571" y="223774"/>
                    <a:pt x="223774" y="123571"/>
                    <a:pt x="223774" y="0"/>
                  </a:cubicBezTo>
                  <a:cubicBezTo>
                    <a:pt x="223774" y="123571"/>
                    <a:pt x="323977" y="223774"/>
                    <a:pt x="447548" y="223774"/>
                  </a:cubicBezTo>
                  <a:cubicBezTo>
                    <a:pt x="323977" y="223774"/>
                    <a:pt x="223774" y="323977"/>
                    <a:pt x="223774" y="447548"/>
                  </a:cubicBezTo>
                  <a:cubicBezTo>
                    <a:pt x="223774" y="323850"/>
                    <a:pt x="123571" y="223774"/>
                    <a:pt x="0" y="223774"/>
                  </a:cubicBezTo>
                  <a:close/>
                </a:path>
              </a:pathLst>
            </a:custGeom>
            <a:solidFill>
              <a:srgbClr val="373737"/>
            </a:solidFill>
          </p:spPr>
        </p:sp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B9C8B67C-F13E-FCF4-EB1B-9DCC8FE302AA}"/>
              </a:ext>
            </a:extLst>
          </p:cNvPr>
          <p:cNvSpPr txBox="1"/>
          <p:nvPr/>
        </p:nvSpPr>
        <p:spPr>
          <a:xfrm>
            <a:off x="1790700" y="1067129"/>
            <a:ext cx="12382500" cy="74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759"/>
              </a:lnSpc>
            </a:pPr>
            <a:r>
              <a:rPr lang="en-US" sz="4999" b="1" spc="333" dirty="0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sym typeface="字由点字典黑 75J"/>
              </a:rPr>
              <a:t>Code explanation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428747CF-644C-0A4E-E5CD-44DDA903E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269" y="2109459"/>
            <a:ext cx="9954061" cy="7503100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E41D37EB-B64C-28E4-F086-9C838CF57DF9}"/>
              </a:ext>
            </a:extLst>
          </p:cNvPr>
          <p:cNvGrpSpPr/>
          <p:nvPr/>
        </p:nvGrpSpPr>
        <p:grpSpPr>
          <a:xfrm>
            <a:off x="11506200" y="4686300"/>
            <a:ext cx="6319824" cy="2604228"/>
            <a:chOff x="7890248" y="3751468"/>
            <a:chExt cx="6553202" cy="6574579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F2FEB450-9B3B-B38D-BFDD-ECF5C701F141}"/>
                </a:ext>
              </a:extLst>
            </p:cNvPr>
            <p:cNvGrpSpPr/>
            <p:nvPr/>
          </p:nvGrpSpPr>
          <p:grpSpPr>
            <a:xfrm>
              <a:off x="12557052" y="8308216"/>
              <a:ext cx="1434801" cy="2017831"/>
              <a:chOff x="12978202" y="4185371"/>
              <a:chExt cx="1087986" cy="1462029"/>
            </a:xfrm>
          </p:grpSpPr>
          <p:grpSp>
            <p:nvGrpSpPr>
              <p:cNvPr id="26" name="Group 9">
                <a:extLst>
                  <a:ext uri="{FF2B5EF4-FFF2-40B4-BE49-F238E27FC236}">
                    <a16:creationId xmlns:a16="http://schemas.microsoft.com/office/drawing/2014/main" id="{207CD33F-A91D-3E98-9CE3-E17ED888E08C}"/>
                  </a:ext>
                </a:extLst>
              </p:cNvPr>
              <p:cNvGrpSpPr/>
              <p:nvPr/>
            </p:nvGrpSpPr>
            <p:grpSpPr>
              <a:xfrm>
                <a:off x="12978202" y="4191579"/>
                <a:ext cx="380947" cy="1448060"/>
                <a:chOff x="-1325818" y="463852"/>
                <a:chExt cx="507928" cy="1930747"/>
              </a:xfrm>
            </p:grpSpPr>
            <p:sp>
              <p:nvSpPr>
                <p:cNvPr id="31" name="Freeform 10">
                  <a:extLst>
                    <a:ext uri="{FF2B5EF4-FFF2-40B4-BE49-F238E27FC236}">
                      <a16:creationId xmlns:a16="http://schemas.microsoft.com/office/drawing/2014/main" id="{011B9352-27F2-6264-1F7F-86A2E3ED3BEC}"/>
                    </a:ext>
                  </a:extLst>
                </p:cNvPr>
                <p:cNvSpPr/>
                <p:nvPr/>
              </p:nvSpPr>
              <p:spPr>
                <a:xfrm>
                  <a:off x="-1325818" y="463852"/>
                  <a:ext cx="507928" cy="19307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grpSp>
            <p:nvGrpSpPr>
              <p:cNvPr id="27" name="Group 11">
                <a:extLst>
                  <a:ext uri="{FF2B5EF4-FFF2-40B4-BE49-F238E27FC236}">
                    <a16:creationId xmlns:a16="http://schemas.microsoft.com/office/drawing/2014/main" id="{AB9EE95F-0B99-45CB-4891-21DEEE63DE3E}"/>
                  </a:ext>
                </a:extLst>
              </p:cNvPr>
              <p:cNvGrpSpPr/>
              <p:nvPr/>
            </p:nvGrpSpPr>
            <p:grpSpPr>
              <a:xfrm>
                <a:off x="13342800" y="4185371"/>
                <a:ext cx="380947" cy="1448059"/>
                <a:chOff x="-1287121" y="455575"/>
                <a:chExt cx="507928" cy="1930745"/>
              </a:xfrm>
            </p:grpSpPr>
            <p:sp>
              <p:nvSpPr>
                <p:cNvPr id="30" name="Freeform 12">
                  <a:extLst>
                    <a:ext uri="{FF2B5EF4-FFF2-40B4-BE49-F238E27FC236}">
                      <a16:creationId xmlns:a16="http://schemas.microsoft.com/office/drawing/2014/main" id="{8CA68FB6-0920-7F38-8C98-B056FAA66D77}"/>
                    </a:ext>
                  </a:extLst>
                </p:cNvPr>
                <p:cNvSpPr/>
                <p:nvPr/>
              </p:nvSpPr>
              <p:spPr>
                <a:xfrm>
                  <a:off x="-1287121" y="455575"/>
                  <a:ext cx="507928" cy="19307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grpSp>
            <p:nvGrpSpPr>
              <p:cNvPr id="28" name="Group 13">
                <a:extLst>
                  <a:ext uri="{FF2B5EF4-FFF2-40B4-BE49-F238E27FC236}">
                    <a16:creationId xmlns:a16="http://schemas.microsoft.com/office/drawing/2014/main" id="{9C3C3557-9CBA-6839-DEBA-68E1698F3321}"/>
                  </a:ext>
                </a:extLst>
              </p:cNvPr>
              <p:cNvGrpSpPr/>
              <p:nvPr/>
            </p:nvGrpSpPr>
            <p:grpSpPr>
              <a:xfrm>
                <a:off x="13685241" y="4199343"/>
                <a:ext cx="380947" cy="1448057"/>
                <a:chOff x="-1277965" y="474204"/>
                <a:chExt cx="507929" cy="1930743"/>
              </a:xfrm>
            </p:grpSpPr>
            <p:sp>
              <p:nvSpPr>
                <p:cNvPr id="29" name="Freeform 14">
                  <a:extLst>
                    <a:ext uri="{FF2B5EF4-FFF2-40B4-BE49-F238E27FC236}">
                      <a16:creationId xmlns:a16="http://schemas.microsoft.com/office/drawing/2014/main" id="{900C1200-2B00-9E06-B816-B4280E50B065}"/>
                    </a:ext>
                  </a:extLst>
                </p:cNvPr>
                <p:cNvSpPr/>
                <p:nvPr/>
              </p:nvSpPr>
              <p:spPr>
                <a:xfrm>
                  <a:off x="-1277965" y="474204"/>
                  <a:ext cx="507929" cy="19307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516E8267-9C76-12CA-58B3-EC33445F6879}"/>
                </a:ext>
              </a:extLst>
            </p:cNvPr>
            <p:cNvGrpSpPr/>
            <p:nvPr/>
          </p:nvGrpSpPr>
          <p:grpSpPr>
            <a:xfrm>
              <a:off x="7890248" y="3751468"/>
              <a:ext cx="6553202" cy="5620814"/>
              <a:chOff x="9989673" y="4589668"/>
              <a:chExt cx="6553202" cy="5620814"/>
            </a:xfrm>
          </p:grpSpPr>
          <p:grpSp>
            <p:nvGrpSpPr>
              <p:cNvPr id="23" name="Group 4">
                <a:extLst>
                  <a:ext uri="{FF2B5EF4-FFF2-40B4-BE49-F238E27FC236}">
                    <a16:creationId xmlns:a16="http://schemas.microsoft.com/office/drawing/2014/main" id="{86605F4B-D138-F31F-38B4-78A595849B22}"/>
                  </a:ext>
                </a:extLst>
              </p:cNvPr>
              <p:cNvGrpSpPr/>
              <p:nvPr/>
            </p:nvGrpSpPr>
            <p:grpSpPr>
              <a:xfrm>
                <a:off x="9989673" y="4589668"/>
                <a:ext cx="6553202" cy="5620814"/>
                <a:chOff x="-4123634" y="51602"/>
                <a:chExt cx="18646013" cy="2197851"/>
              </a:xfrm>
            </p:grpSpPr>
            <p:sp>
              <p:nvSpPr>
                <p:cNvPr id="25" name="Freeform 5">
                  <a:extLst>
                    <a:ext uri="{FF2B5EF4-FFF2-40B4-BE49-F238E27FC236}">
                      <a16:creationId xmlns:a16="http://schemas.microsoft.com/office/drawing/2014/main" id="{67B32086-C932-C0EB-F44C-D77793EB8269}"/>
                    </a:ext>
                  </a:extLst>
                </p:cNvPr>
                <p:cNvSpPr/>
                <p:nvPr/>
              </p:nvSpPr>
              <p:spPr>
                <a:xfrm>
                  <a:off x="-4123634" y="51602"/>
                  <a:ext cx="18646013" cy="21978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46012" h="1757934">
                      <a:moveTo>
                        <a:pt x="0" y="878967"/>
                      </a:moveTo>
                      <a:cubicBezTo>
                        <a:pt x="0" y="393319"/>
                        <a:pt x="398780" y="0"/>
                        <a:pt x="890524" y="0"/>
                      </a:cubicBezTo>
                      <a:lnTo>
                        <a:pt x="17755488" y="0"/>
                      </a:lnTo>
                      <a:lnTo>
                        <a:pt x="17755488" y="12700"/>
                      </a:lnTo>
                      <a:lnTo>
                        <a:pt x="17755488" y="0"/>
                      </a:lnTo>
                      <a:cubicBezTo>
                        <a:pt x="18247105" y="0"/>
                        <a:pt x="18646012" y="393319"/>
                        <a:pt x="18646012" y="878967"/>
                      </a:cubicBezTo>
                      <a:lnTo>
                        <a:pt x="18633312" y="878967"/>
                      </a:lnTo>
                      <a:lnTo>
                        <a:pt x="18646012" y="878967"/>
                      </a:lnTo>
                      <a:lnTo>
                        <a:pt x="18633312" y="878967"/>
                      </a:lnTo>
                      <a:lnTo>
                        <a:pt x="18646012" y="878967"/>
                      </a:lnTo>
                      <a:cubicBezTo>
                        <a:pt x="18646012" y="1364615"/>
                        <a:pt x="18247232" y="1757934"/>
                        <a:pt x="17755488" y="1757934"/>
                      </a:cubicBezTo>
                      <a:lnTo>
                        <a:pt x="17755488" y="1745234"/>
                      </a:lnTo>
                      <a:lnTo>
                        <a:pt x="17755488" y="1757934"/>
                      </a:lnTo>
                      <a:lnTo>
                        <a:pt x="890524" y="1757934"/>
                      </a:lnTo>
                      <a:lnTo>
                        <a:pt x="890524" y="1745234"/>
                      </a:lnTo>
                      <a:lnTo>
                        <a:pt x="890524" y="1757934"/>
                      </a:lnTo>
                      <a:cubicBezTo>
                        <a:pt x="398780" y="1757934"/>
                        <a:pt x="0" y="1364615"/>
                        <a:pt x="0" y="878967"/>
                      </a:cubicBezTo>
                      <a:lnTo>
                        <a:pt x="12700" y="878967"/>
                      </a:lnTo>
                      <a:lnTo>
                        <a:pt x="0" y="878967"/>
                      </a:lnTo>
                      <a:moveTo>
                        <a:pt x="25400" y="878967"/>
                      </a:moveTo>
                      <a:lnTo>
                        <a:pt x="12700" y="878967"/>
                      </a:lnTo>
                      <a:lnTo>
                        <a:pt x="25400" y="878967"/>
                      </a:lnTo>
                      <a:cubicBezTo>
                        <a:pt x="25400" y="1350264"/>
                        <a:pt x="412496" y="1732534"/>
                        <a:pt x="890524" y="1732534"/>
                      </a:cubicBezTo>
                      <a:lnTo>
                        <a:pt x="17755488" y="1732534"/>
                      </a:lnTo>
                      <a:cubicBezTo>
                        <a:pt x="18233389" y="1732534"/>
                        <a:pt x="18620612" y="1350264"/>
                        <a:pt x="18620612" y="878967"/>
                      </a:cubicBezTo>
                      <a:cubicBezTo>
                        <a:pt x="18620612" y="407670"/>
                        <a:pt x="18233517" y="25400"/>
                        <a:pt x="17755488" y="25400"/>
                      </a:cubicBezTo>
                      <a:lnTo>
                        <a:pt x="890524" y="25400"/>
                      </a:lnTo>
                      <a:lnTo>
                        <a:pt x="890524" y="12700"/>
                      </a:lnTo>
                      <a:lnTo>
                        <a:pt x="890524" y="25400"/>
                      </a:lnTo>
                      <a:cubicBezTo>
                        <a:pt x="412496" y="25400"/>
                        <a:pt x="25400" y="407670"/>
                        <a:pt x="25400" y="878967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  <p:txBody>
                <a:bodyPr/>
                <a:lstStyle/>
                <a:p>
                  <a:endParaRPr lang="en-GB" dirty="0"/>
                </a:p>
              </p:txBody>
            </p:sp>
          </p:grpSp>
          <p:sp>
            <p:nvSpPr>
              <p:cNvPr id="24" name="TextBox 20">
                <a:extLst>
                  <a:ext uri="{FF2B5EF4-FFF2-40B4-BE49-F238E27FC236}">
                    <a16:creationId xmlns:a16="http://schemas.microsoft.com/office/drawing/2014/main" id="{D20A29E8-F942-1FE6-46D6-E168FC53A816}"/>
                  </a:ext>
                </a:extLst>
              </p:cNvPr>
              <p:cNvSpPr txBox="1"/>
              <p:nvPr/>
            </p:nvSpPr>
            <p:spPr>
              <a:xfrm>
                <a:off x="9989673" y="4981912"/>
                <a:ext cx="6271387" cy="3992357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609084" lvl="1" indent="-304542" algn="l">
                  <a:lnSpc>
                    <a:spcPts val="4231"/>
                  </a:lnSpc>
                  <a:buFont typeface="Arial"/>
                  <a:buChar char="•"/>
                </a:pPr>
                <a:r>
                  <a:rPr lang="en-US" sz="2821" dirty="0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Set the view of each item and perform deletion when clicking the trash icon in the rear of that item.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631213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41845-ECB8-BE67-D2A5-210F36C7B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A56977B-1D9C-5E4E-EC1C-09B5A077576D}"/>
              </a:ext>
            </a:extLst>
          </p:cNvPr>
          <p:cNvGrpSpPr/>
          <p:nvPr/>
        </p:nvGrpSpPr>
        <p:grpSpPr>
          <a:xfrm>
            <a:off x="0" y="5032"/>
            <a:ext cx="18288000" cy="10287000"/>
            <a:chOff x="-13238003" y="955899"/>
            <a:chExt cx="24384000" cy="13716000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211BB87C-A23B-C4AC-0471-167A2D4DD9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5000"/>
            </a:blip>
            <a:srcRect/>
            <a:stretch>
              <a:fillRect/>
            </a:stretch>
          </p:blipFill>
          <p:spPr>
            <a:xfrm>
              <a:off x="-13238003" y="955899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0D70D96F-D30E-E5D2-E8F1-F627CC80F9DE}"/>
              </a:ext>
            </a:extLst>
          </p:cNvPr>
          <p:cNvGrpSpPr/>
          <p:nvPr/>
        </p:nvGrpSpPr>
        <p:grpSpPr>
          <a:xfrm>
            <a:off x="1143000" y="2171700"/>
            <a:ext cx="16306800" cy="5206554"/>
            <a:chOff x="1364274" y="1067129"/>
            <a:chExt cx="8910467" cy="5206554"/>
          </a:xfrm>
        </p:grpSpPr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5B8EA786-53E1-0D96-2DC2-C31C9911BCBB}"/>
                </a:ext>
              </a:extLst>
            </p:cNvPr>
            <p:cNvGrpSpPr/>
            <p:nvPr/>
          </p:nvGrpSpPr>
          <p:grpSpPr>
            <a:xfrm>
              <a:off x="1364274" y="1267835"/>
              <a:ext cx="335574" cy="335574"/>
              <a:chOff x="0" y="0"/>
              <a:chExt cx="447432" cy="447432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C4C3B16E-4FE6-0E5A-FE14-FAB09DD03891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039E927E-5659-4517-D2D6-BFC72BE0E4F5}"/>
                </a:ext>
              </a:extLst>
            </p:cNvPr>
            <p:cNvSpPr txBox="1"/>
            <p:nvPr/>
          </p:nvSpPr>
          <p:spPr>
            <a:xfrm>
              <a:off x="1790700" y="1067129"/>
              <a:ext cx="8484041" cy="520655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5759"/>
                </a:lnSpc>
              </a:pPr>
              <a:r>
                <a:rPr lang="en-US" sz="4999" b="1" spc="333" dirty="0">
                  <a:solidFill>
                    <a:srgbClr val="000000"/>
                  </a:solidFill>
                  <a:latin typeface="Arial Black" panose="020B0A04020102020204" pitchFamily="34" charset="0"/>
                  <a:ea typeface="字由点字典黑 35J"/>
                  <a:sym typeface="字由点字典黑 75J"/>
                </a:rPr>
                <a:t>F</a:t>
              </a:r>
              <a:r>
                <a:rPr lang="en-US" altLang="zh-CN" sz="4999" b="1" spc="333" dirty="0">
                  <a:solidFill>
                    <a:srgbClr val="000000"/>
                  </a:solidFill>
                  <a:latin typeface="Arial Black" panose="020B0A04020102020204" pitchFamily="34" charset="0"/>
                  <a:ea typeface="字由点字典黑 35J"/>
                  <a:sym typeface="字由点字典黑 75J"/>
                </a:rPr>
                <a:t>unction Achieved 3: </a:t>
              </a:r>
            </a:p>
            <a:p>
              <a:pPr algn="r">
                <a:lnSpc>
                  <a:spcPts val="5759"/>
                </a:lnSpc>
              </a:pPr>
              <a:r>
                <a:rPr lang="en-US" altLang="zh-CN" sz="4999" b="1" spc="333" dirty="0">
                  <a:solidFill>
                    <a:srgbClr val="000000"/>
                  </a:solidFill>
                  <a:latin typeface="Arial Black" panose="020B0A04020102020204" pitchFamily="34" charset="0"/>
                  <a:ea typeface="字由点字典黑 35J"/>
                </a:rPr>
                <a:t>Auto-create A New Item If Needed</a:t>
              </a:r>
              <a:endParaRPr lang="en-US" altLang="zh-CN" sz="4999" b="1" spc="333" dirty="0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sym typeface="字由点字典黑 75J"/>
              </a:endParaRPr>
            </a:p>
            <a:p>
              <a:pPr algn="r">
                <a:lnSpc>
                  <a:spcPts val="5759"/>
                </a:lnSpc>
              </a:pPr>
              <a:endParaRPr lang="en-US" altLang="zh-CN" sz="4999" b="1" i="1" spc="333" dirty="0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cs typeface="Arial" panose="020B0604020202020204" pitchFamily="34" charset="0"/>
                <a:sym typeface="字由点字典黑 75J"/>
              </a:endParaRPr>
            </a:p>
            <a:p>
              <a:pPr>
                <a:lnSpc>
                  <a:spcPts val="5759"/>
                </a:lnSpc>
              </a:pPr>
              <a:r>
                <a:rPr lang="en-US" altLang="zh-CN" sz="4999" b="1" i="1" spc="333" dirty="0">
                  <a:solidFill>
                    <a:srgbClr val="000000"/>
                  </a:solidFill>
                  <a:latin typeface="Arial" panose="020B0604020202020204" pitchFamily="34" charset="0"/>
                  <a:ea typeface="字由点字典黑 35J"/>
                  <a:cs typeface="Arial" panose="020B0604020202020204" pitchFamily="34" charset="0"/>
                </a:rPr>
                <a:t>A new item can be created automatically when you lack that ingredient in your digital fridge.</a:t>
              </a:r>
              <a:br>
                <a:rPr lang="en-US" altLang="zh-CN" sz="5400" dirty="0"/>
              </a:br>
              <a:endParaRPr lang="en-US" sz="4999" b="1" spc="333" dirty="0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sym typeface="字由点字典黑 75J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53568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70338-BDD8-8ED7-FE69-12A0BE246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5DC15C3-2FC7-0005-1A93-9E14C1EF5E98}"/>
              </a:ext>
            </a:extLst>
          </p:cNvPr>
          <p:cNvGrpSpPr/>
          <p:nvPr/>
        </p:nvGrpSpPr>
        <p:grpSpPr>
          <a:xfrm>
            <a:off x="3619" y="-5032"/>
            <a:ext cx="18288000" cy="10287000"/>
            <a:chOff x="-13238003" y="955899"/>
            <a:chExt cx="24384000" cy="13716000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DB979ADA-DD7B-4DD2-974C-26155872F2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5000"/>
            </a:blip>
            <a:srcRect/>
            <a:stretch>
              <a:fillRect/>
            </a:stretch>
          </p:blipFill>
          <p:spPr>
            <a:xfrm>
              <a:off x="-13238003" y="955899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5B02CA21-0365-13AA-1B16-B4FEE8FF99CA}"/>
              </a:ext>
            </a:extLst>
          </p:cNvPr>
          <p:cNvGrpSpPr/>
          <p:nvPr/>
        </p:nvGrpSpPr>
        <p:grpSpPr>
          <a:xfrm>
            <a:off x="1082232" y="2628900"/>
            <a:ext cx="8303506" cy="1793537"/>
            <a:chOff x="2151747" y="2703068"/>
            <a:chExt cx="13984506" cy="1476196"/>
          </a:xfrm>
        </p:grpSpPr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B727CB28-7296-6683-6311-B6B6780438C3}"/>
                </a:ext>
              </a:extLst>
            </p:cNvPr>
            <p:cNvGrpSpPr/>
            <p:nvPr/>
          </p:nvGrpSpPr>
          <p:grpSpPr>
            <a:xfrm>
              <a:off x="13972568" y="3843690"/>
              <a:ext cx="335574" cy="335574"/>
              <a:chOff x="0" y="0"/>
              <a:chExt cx="447432" cy="447432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7416A4BC-1A98-6D64-04FE-A01368055AFD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grpSp>
          <p:nvGrpSpPr>
            <p:cNvPr id="11" name="Group 11">
              <a:extLst>
                <a:ext uri="{FF2B5EF4-FFF2-40B4-BE49-F238E27FC236}">
                  <a16:creationId xmlns:a16="http://schemas.microsoft.com/office/drawing/2014/main" id="{E1C4EA5C-3115-5EAA-34CE-406C26C66826}"/>
                </a:ext>
              </a:extLst>
            </p:cNvPr>
            <p:cNvGrpSpPr/>
            <p:nvPr/>
          </p:nvGrpSpPr>
          <p:grpSpPr>
            <a:xfrm>
              <a:off x="14308142" y="3843690"/>
              <a:ext cx="335574" cy="335574"/>
              <a:chOff x="0" y="0"/>
              <a:chExt cx="447432" cy="447432"/>
            </a:xfrm>
          </p:grpSpPr>
          <p:sp>
            <p:nvSpPr>
              <p:cNvPr id="12" name="Freeform 12">
                <a:extLst>
                  <a:ext uri="{FF2B5EF4-FFF2-40B4-BE49-F238E27FC236}">
                    <a16:creationId xmlns:a16="http://schemas.microsoft.com/office/drawing/2014/main" id="{5C960DD5-9A11-62F4-80ED-CA09F0E07A18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FA8D5557-7F2A-9F65-639B-4D57399106D2}"/>
                </a:ext>
              </a:extLst>
            </p:cNvPr>
            <p:cNvGrpSpPr/>
            <p:nvPr/>
          </p:nvGrpSpPr>
          <p:grpSpPr>
            <a:xfrm>
              <a:off x="14643715" y="3843690"/>
              <a:ext cx="335574" cy="335574"/>
              <a:chOff x="0" y="0"/>
              <a:chExt cx="447432" cy="447432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02D42273-A223-F785-7D46-827A6E93CEE4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FB9612F4-70DE-115D-D9C6-4F4DA095478A}"/>
                </a:ext>
              </a:extLst>
            </p:cNvPr>
            <p:cNvGrpSpPr/>
            <p:nvPr/>
          </p:nvGrpSpPr>
          <p:grpSpPr>
            <a:xfrm>
              <a:off x="2151747" y="2703068"/>
              <a:ext cx="13984506" cy="1318461"/>
              <a:chOff x="2151747" y="2702541"/>
              <a:chExt cx="13984506" cy="1318461"/>
            </a:xfrm>
          </p:grpSpPr>
          <p:grpSp>
            <p:nvGrpSpPr>
              <p:cNvPr id="4" name="Group 4">
                <a:extLst>
                  <a:ext uri="{FF2B5EF4-FFF2-40B4-BE49-F238E27FC236}">
                    <a16:creationId xmlns:a16="http://schemas.microsoft.com/office/drawing/2014/main" id="{BC3F2F06-3FA4-FA5F-C26A-DF86B078E6F5}"/>
                  </a:ext>
                </a:extLst>
              </p:cNvPr>
              <p:cNvGrpSpPr/>
              <p:nvPr/>
            </p:nvGrpSpPr>
            <p:grpSpPr>
              <a:xfrm>
                <a:off x="2151747" y="2702541"/>
                <a:ext cx="13984506" cy="1318461"/>
                <a:chOff x="0" y="0"/>
                <a:chExt cx="18646008" cy="1757948"/>
              </a:xfrm>
            </p:grpSpPr>
            <p:sp>
              <p:nvSpPr>
                <p:cNvPr id="5" name="Freeform 5">
                  <a:extLst>
                    <a:ext uri="{FF2B5EF4-FFF2-40B4-BE49-F238E27FC236}">
                      <a16:creationId xmlns:a16="http://schemas.microsoft.com/office/drawing/2014/main" id="{4FD1FB6C-987D-1CBF-8C37-AC597A52273B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8646012" cy="17579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46012" h="1757934">
                      <a:moveTo>
                        <a:pt x="0" y="878967"/>
                      </a:moveTo>
                      <a:cubicBezTo>
                        <a:pt x="0" y="393319"/>
                        <a:pt x="398780" y="0"/>
                        <a:pt x="890524" y="0"/>
                      </a:cubicBezTo>
                      <a:lnTo>
                        <a:pt x="17755488" y="0"/>
                      </a:lnTo>
                      <a:lnTo>
                        <a:pt x="17755488" y="12700"/>
                      </a:lnTo>
                      <a:lnTo>
                        <a:pt x="17755488" y="0"/>
                      </a:lnTo>
                      <a:cubicBezTo>
                        <a:pt x="18247105" y="0"/>
                        <a:pt x="18646012" y="393319"/>
                        <a:pt x="18646012" y="878967"/>
                      </a:cubicBezTo>
                      <a:lnTo>
                        <a:pt x="18633312" y="878967"/>
                      </a:lnTo>
                      <a:lnTo>
                        <a:pt x="18646012" y="878967"/>
                      </a:lnTo>
                      <a:lnTo>
                        <a:pt x="18633312" y="878967"/>
                      </a:lnTo>
                      <a:lnTo>
                        <a:pt x="18646012" y="878967"/>
                      </a:lnTo>
                      <a:cubicBezTo>
                        <a:pt x="18646012" y="1364615"/>
                        <a:pt x="18247232" y="1757934"/>
                        <a:pt x="17755488" y="1757934"/>
                      </a:cubicBezTo>
                      <a:lnTo>
                        <a:pt x="17755488" y="1745234"/>
                      </a:lnTo>
                      <a:lnTo>
                        <a:pt x="17755488" y="1757934"/>
                      </a:lnTo>
                      <a:lnTo>
                        <a:pt x="890524" y="1757934"/>
                      </a:lnTo>
                      <a:lnTo>
                        <a:pt x="890524" y="1745234"/>
                      </a:lnTo>
                      <a:lnTo>
                        <a:pt x="890524" y="1757934"/>
                      </a:lnTo>
                      <a:cubicBezTo>
                        <a:pt x="398780" y="1757934"/>
                        <a:pt x="0" y="1364615"/>
                        <a:pt x="0" y="878967"/>
                      </a:cubicBezTo>
                      <a:lnTo>
                        <a:pt x="12700" y="878967"/>
                      </a:lnTo>
                      <a:lnTo>
                        <a:pt x="0" y="878967"/>
                      </a:lnTo>
                      <a:moveTo>
                        <a:pt x="25400" y="878967"/>
                      </a:moveTo>
                      <a:lnTo>
                        <a:pt x="12700" y="878967"/>
                      </a:lnTo>
                      <a:lnTo>
                        <a:pt x="25400" y="878967"/>
                      </a:lnTo>
                      <a:cubicBezTo>
                        <a:pt x="25400" y="1350264"/>
                        <a:pt x="412496" y="1732534"/>
                        <a:pt x="890524" y="1732534"/>
                      </a:cubicBezTo>
                      <a:lnTo>
                        <a:pt x="17755488" y="1732534"/>
                      </a:lnTo>
                      <a:cubicBezTo>
                        <a:pt x="18233389" y="1732534"/>
                        <a:pt x="18620612" y="1350264"/>
                        <a:pt x="18620612" y="878967"/>
                      </a:cubicBezTo>
                      <a:cubicBezTo>
                        <a:pt x="18620612" y="407670"/>
                        <a:pt x="18233517" y="25400"/>
                        <a:pt x="17755488" y="25400"/>
                      </a:cubicBezTo>
                      <a:lnTo>
                        <a:pt x="890524" y="25400"/>
                      </a:lnTo>
                      <a:lnTo>
                        <a:pt x="890524" y="12700"/>
                      </a:lnTo>
                      <a:lnTo>
                        <a:pt x="890524" y="25400"/>
                      </a:lnTo>
                      <a:cubicBezTo>
                        <a:pt x="412496" y="25400"/>
                        <a:pt x="25400" y="407670"/>
                        <a:pt x="25400" y="878967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A9CF8142-5674-B2AC-35A3-D4D8D880FCC5}"/>
                  </a:ext>
                </a:extLst>
              </p:cNvPr>
              <p:cNvSpPr txBox="1"/>
              <p:nvPr/>
            </p:nvSpPr>
            <p:spPr>
              <a:xfrm>
                <a:off x="2789859" y="3086049"/>
                <a:ext cx="656774" cy="551433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4320"/>
                  </a:lnSpc>
                </a:pPr>
                <a:r>
                  <a:rPr lang="en-US" sz="3600" dirty="0">
                    <a:solidFill>
                      <a:srgbClr val="373737"/>
                    </a:solidFill>
                    <a:latin typeface="Arimo"/>
                    <a:ea typeface="Arimo"/>
                    <a:cs typeface="Arimo"/>
                    <a:sym typeface="Arimo"/>
                  </a:rPr>
                  <a:t>3</a:t>
                </a:r>
              </a:p>
            </p:txBody>
          </p:sp>
          <p:grpSp>
            <p:nvGrpSpPr>
              <p:cNvPr id="24" name="组合 23">
                <a:extLst>
                  <a:ext uri="{FF2B5EF4-FFF2-40B4-BE49-F238E27FC236}">
                    <a16:creationId xmlns:a16="http://schemas.microsoft.com/office/drawing/2014/main" id="{A78F56C9-BB88-FBFD-2354-CD99973CCE77}"/>
                  </a:ext>
                </a:extLst>
              </p:cNvPr>
              <p:cNvGrpSpPr/>
              <p:nvPr/>
            </p:nvGrpSpPr>
            <p:grpSpPr>
              <a:xfrm>
                <a:off x="3492152" y="2873266"/>
                <a:ext cx="11888776" cy="907730"/>
                <a:chOff x="3492152" y="2873266"/>
                <a:chExt cx="11888776" cy="907730"/>
              </a:xfrm>
            </p:grpSpPr>
            <p:sp>
              <p:nvSpPr>
                <p:cNvPr id="6" name="AutoShape 6">
                  <a:extLst>
                    <a:ext uri="{FF2B5EF4-FFF2-40B4-BE49-F238E27FC236}">
                      <a16:creationId xmlns:a16="http://schemas.microsoft.com/office/drawing/2014/main" id="{9AA32F56-73EC-59AE-8975-A25B6B007952}"/>
                    </a:ext>
                  </a:extLst>
                </p:cNvPr>
                <p:cNvSpPr/>
                <p:nvPr/>
              </p:nvSpPr>
              <p:spPr>
                <a:xfrm flipV="1">
                  <a:off x="3583101" y="3042863"/>
                  <a:ext cx="9525" cy="647346"/>
                </a:xfrm>
                <a:prstGeom prst="line">
                  <a:avLst/>
                </a:prstGeom>
                <a:ln w="9525" cap="rnd">
                  <a:solidFill>
                    <a:srgbClr val="373737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grpSp>
              <p:nvGrpSpPr>
                <p:cNvPr id="7" name="Group 7">
                  <a:extLst>
                    <a:ext uri="{FF2B5EF4-FFF2-40B4-BE49-F238E27FC236}">
                      <a16:creationId xmlns:a16="http://schemas.microsoft.com/office/drawing/2014/main" id="{E3476D9E-17AA-07D2-12FA-7399CB76637D}"/>
                    </a:ext>
                  </a:extLst>
                </p:cNvPr>
                <p:cNvGrpSpPr/>
                <p:nvPr/>
              </p:nvGrpSpPr>
              <p:grpSpPr>
                <a:xfrm rot="5400000">
                  <a:off x="3492152" y="3266061"/>
                  <a:ext cx="191424" cy="191424"/>
                  <a:chOff x="0" y="0"/>
                  <a:chExt cx="255232" cy="255232"/>
                </a:xfrm>
              </p:grpSpPr>
              <p:sp>
                <p:nvSpPr>
                  <p:cNvPr id="8" name="Freeform 8">
                    <a:extLst>
                      <a:ext uri="{FF2B5EF4-FFF2-40B4-BE49-F238E27FC236}">
                        <a16:creationId xmlns:a16="http://schemas.microsoft.com/office/drawing/2014/main" id="{AEC8076F-4BCF-30C9-76C3-3FC4DB5B9245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255270" cy="2552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5270" h="255270">
                        <a:moveTo>
                          <a:pt x="255270" y="127635"/>
                        </a:moveTo>
                        <a:cubicBezTo>
                          <a:pt x="184785" y="127635"/>
                          <a:pt x="127635" y="184785"/>
                          <a:pt x="127635" y="255270"/>
                        </a:cubicBezTo>
                        <a:cubicBezTo>
                          <a:pt x="127635" y="184785"/>
                          <a:pt x="70485" y="127635"/>
                          <a:pt x="0" y="127635"/>
                        </a:cubicBezTo>
                        <a:cubicBezTo>
                          <a:pt x="70485" y="127635"/>
                          <a:pt x="127635" y="70485"/>
                          <a:pt x="127635" y="0"/>
                        </a:cubicBezTo>
                        <a:cubicBezTo>
                          <a:pt x="127635" y="70485"/>
                          <a:pt x="184785" y="127635"/>
                          <a:pt x="255270" y="127635"/>
                        </a:cubicBezTo>
                        <a:close/>
                      </a:path>
                    </a:pathLst>
                  </a:custGeom>
                  <a:solidFill>
                    <a:srgbClr val="373737"/>
                  </a:solidFill>
                </p:spPr>
              </p:sp>
            </p:grpSp>
            <p:sp>
              <p:nvSpPr>
                <p:cNvPr id="19" name="TextBox 19">
                  <a:extLst>
                    <a:ext uri="{FF2B5EF4-FFF2-40B4-BE49-F238E27FC236}">
                      <a16:creationId xmlns:a16="http://schemas.microsoft.com/office/drawing/2014/main" id="{3AFF46F7-A5E7-FEBD-B052-B9D28D2B154E}"/>
                    </a:ext>
                  </a:extLst>
                </p:cNvPr>
                <p:cNvSpPr txBox="1"/>
                <p:nvPr/>
              </p:nvSpPr>
              <p:spPr>
                <a:xfrm>
                  <a:off x="3992904" y="2873266"/>
                  <a:ext cx="11388024" cy="907730"/>
                </a:xfrm>
                <a:prstGeom prst="rect">
                  <a:avLst/>
                </a:prstGeom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algn="l">
                    <a:lnSpc>
                      <a:spcPts val="4320"/>
                    </a:lnSpc>
                  </a:pPr>
                  <a:r>
                    <a:rPr lang="en-US" sz="3600" dirty="0">
                      <a:solidFill>
                        <a:srgbClr val="000000"/>
                      </a:solidFill>
                      <a:latin typeface="字由点字典黑 75J"/>
                      <a:ea typeface="字由点字典黑 75J"/>
                      <a:cs typeface="字由点字典黑 75J"/>
                      <a:sym typeface="字由点字典黑 75J"/>
                    </a:rPr>
                    <a:t>Auto-create A New Item If L</a:t>
                  </a:r>
                  <a:r>
                    <a:rPr lang="en-US" altLang="zh-CN" sz="3600" dirty="0">
                      <a:solidFill>
                        <a:srgbClr val="000000"/>
                      </a:solidFill>
                      <a:latin typeface="字由点字典黑 75J"/>
                      <a:ea typeface="字由点字典黑 75J"/>
                      <a:cs typeface="字由点字典黑 75J"/>
                      <a:sym typeface="字由点字典黑 75J"/>
                    </a:rPr>
                    <a:t>acking That Ingredient</a:t>
                  </a:r>
                  <a:endParaRPr lang="en-US" sz="3600" dirty="0">
                    <a:solidFill>
                      <a:srgbClr val="000000"/>
                    </a:solidFill>
                    <a:latin typeface="字由点字典黑 75J"/>
                    <a:ea typeface="字由点字典黑 75J"/>
                    <a:cs typeface="字由点字典黑 75J"/>
                    <a:sym typeface="字由点字典黑 75J"/>
                  </a:endParaRPr>
                </a:p>
              </p:txBody>
            </p:sp>
          </p:grpSp>
        </p:grp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33D29E01-811D-7A26-32AD-91EFAD5F5895}"/>
              </a:ext>
            </a:extLst>
          </p:cNvPr>
          <p:cNvGrpSpPr/>
          <p:nvPr/>
        </p:nvGrpSpPr>
        <p:grpSpPr>
          <a:xfrm>
            <a:off x="914401" y="1107100"/>
            <a:ext cx="8993742" cy="743793"/>
            <a:chOff x="1364274" y="1067129"/>
            <a:chExt cx="8993742" cy="743793"/>
          </a:xfrm>
        </p:grpSpPr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6A820DAF-6D35-CB2B-98A1-494F7E360D95}"/>
                </a:ext>
              </a:extLst>
            </p:cNvPr>
            <p:cNvGrpSpPr/>
            <p:nvPr/>
          </p:nvGrpSpPr>
          <p:grpSpPr>
            <a:xfrm>
              <a:off x="1364274" y="1267835"/>
              <a:ext cx="335574" cy="335574"/>
              <a:chOff x="0" y="0"/>
              <a:chExt cx="447432" cy="447432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3B0AD976-B1F8-E998-41CE-4A372C200CAF}"/>
                  </a:ext>
                </a:extLst>
              </p:cNvPr>
              <p:cNvSpPr/>
              <p:nvPr/>
            </p:nvSpPr>
            <p:spPr>
              <a:xfrm>
                <a:off x="0" y="0"/>
                <a:ext cx="447548" cy="447548"/>
              </a:xfrm>
              <a:custGeom>
                <a:avLst/>
                <a:gdLst/>
                <a:ahLst/>
                <a:cxnLst/>
                <a:rect l="l" t="t" r="r" b="b"/>
                <a:pathLst>
                  <a:path w="447548" h="447548">
                    <a:moveTo>
                      <a:pt x="0" y="223774"/>
                    </a:moveTo>
                    <a:cubicBezTo>
                      <a:pt x="123571" y="223774"/>
                      <a:pt x="223774" y="123571"/>
                      <a:pt x="223774" y="0"/>
                    </a:cubicBezTo>
                    <a:cubicBezTo>
                      <a:pt x="223774" y="123571"/>
                      <a:pt x="323977" y="223774"/>
                      <a:pt x="447548" y="223774"/>
                    </a:cubicBezTo>
                    <a:cubicBezTo>
                      <a:pt x="323977" y="223774"/>
                      <a:pt x="223774" y="323977"/>
                      <a:pt x="223774" y="447548"/>
                    </a:cubicBezTo>
                    <a:cubicBezTo>
                      <a:pt x="223774" y="323850"/>
                      <a:pt x="123571" y="223774"/>
                      <a:pt x="0" y="223774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6543D5D8-E51F-6717-75D7-E8C4381786D0}"/>
                </a:ext>
              </a:extLst>
            </p:cNvPr>
            <p:cNvSpPr txBox="1"/>
            <p:nvPr/>
          </p:nvSpPr>
          <p:spPr>
            <a:xfrm>
              <a:off x="1790700" y="1067129"/>
              <a:ext cx="8567316" cy="7437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5759"/>
                </a:lnSpc>
              </a:pPr>
              <a:r>
                <a:rPr lang="en-US" sz="4999" b="1" spc="333" dirty="0">
                  <a:solidFill>
                    <a:srgbClr val="000000"/>
                  </a:solidFill>
                  <a:latin typeface="Arial Black" panose="020B0A04020102020204" pitchFamily="34" charset="0"/>
                  <a:ea typeface="字由点字典黑 35J"/>
                  <a:sym typeface="字由点字典黑 75J"/>
                </a:rPr>
                <a:t>F</a:t>
              </a:r>
              <a:r>
                <a:rPr lang="en-US" altLang="zh-CN" sz="4999" b="1" spc="333" dirty="0">
                  <a:solidFill>
                    <a:srgbClr val="000000"/>
                  </a:solidFill>
                  <a:latin typeface="Arial Black" panose="020B0A04020102020204" pitchFamily="34" charset="0"/>
                  <a:ea typeface="字由点字典黑 35J"/>
                  <a:sym typeface="字由点字典黑 75J"/>
                </a:rPr>
                <a:t>unction Achieved</a:t>
              </a:r>
              <a:endParaRPr lang="en-US" sz="4999" b="1" spc="333" dirty="0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sym typeface="字由点字典黑 75J"/>
              </a:endParaRPr>
            </a:p>
          </p:txBody>
        </p:sp>
      </p:grpSp>
      <p:sp>
        <p:nvSpPr>
          <p:cNvPr id="32" name="TextBox 20">
            <a:extLst>
              <a:ext uri="{FF2B5EF4-FFF2-40B4-BE49-F238E27FC236}">
                <a16:creationId xmlns:a16="http://schemas.microsoft.com/office/drawing/2014/main" id="{E03FABBF-BBF5-C4E7-36CF-7DC769DA58EE}"/>
              </a:ext>
            </a:extLst>
          </p:cNvPr>
          <p:cNvSpPr txBox="1"/>
          <p:nvPr/>
        </p:nvSpPr>
        <p:spPr>
          <a:xfrm>
            <a:off x="1336306" y="4792102"/>
            <a:ext cx="8049431" cy="26586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9084" lvl="1" indent="-304542" algn="l">
              <a:lnSpc>
                <a:spcPts val="4231"/>
              </a:lnSpc>
              <a:buFont typeface="Arial"/>
              <a:buChar char="•"/>
            </a:pPr>
            <a:r>
              <a:rPr lang="en-US" sz="2821" dirty="0">
                <a:solidFill>
                  <a:srgbClr val="404040"/>
                </a:solidFill>
                <a:latin typeface="字由点字典黑 35J"/>
                <a:ea typeface="字由点字典黑 35J"/>
                <a:cs typeface="字由点字典黑 35J"/>
                <a:sym typeface="字由点字典黑 35J"/>
              </a:rPr>
              <a:t>This page will auto-created and auto-filled with the ingredient lacking when you click the “USED” button on the recipe detail page but your fridge does not have sufficient storage.</a:t>
            </a:r>
          </a:p>
          <a:p>
            <a:pPr marL="609084" lvl="1" indent="-304542" algn="l">
              <a:lnSpc>
                <a:spcPts val="4231"/>
              </a:lnSpc>
              <a:buFont typeface="Arial"/>
              <a:buChar char="•"/>
            </a:pPr>
            <a:r>
              <a:rPr lang="en-US" sz="2821" dirty="0">
                <a:solidFill>
                  <a:srgbClr val="404040"/>
                </a:solidFill>
                <a:latin typeface="字由点字典黑 35J"/>
                <a:ea typeface="字由点字典黑 35J"/>
                <a:cs typeface="字由点字典黑 35J"/>
                <a:sym typeface="字由点字典黑 35J"/>
              </a:rPr>
              <a:t>A toast will show to notify you to buy more.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5A14C6AD-3533-D997-0030-D9AD9252A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3841" y="-10064"/>
            <a:ext cx="4675909" cy="10287000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1CD6CCA0-8DC3-5F2C-3822-CD74A7F0E7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6502" y="663052"/>
            <a:ext cx="4032403" cy="8960895"/>
          </a:xfrm>
          <a:prstGeom prst="rect">
            <a:avLst/>
          </a:prstGeom>
        </p:spPr>
      </p:pic>
      <p:sp>
        <p:nvSpPr>
          <p:cNvPr id="23" name="圆: 空心 22">
            <a:extLst>
              <a:ext uri="{FF2B5EF4-FFF2-40B4-BE49-F238E27FC236}">
                <a16:creationId xmlns:a16="http://schemas.microsoft.com/office/drawing/2014/main" id="{F65A7D63-CE15-E4E3-25B9-1DA83FA466F3}"/>
              </a:ext>
            </a:extLst>
          </p:cNvPr>
          <p:cNvSpPr/>
          <p:nvPr/>
        </p:nvSpPr>
        <p:spPr>
          <a:xfrm>
            <a:off x="12039600" y="4991100"/>
            <a:ext cx="1684232" cy="810878"/>
          </a:xfrm>
          <a:prstGeom prst="donut">
            <a:avLst>
              <a:gd name="adj" fmla="val 3606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38275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50B3A-4DA9-DA22-C6C7-4163CF9A4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BEF0FC0-871B-4C4A-78B1-6CC6C1FE3FE6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3CDD13BA-6B89-8880-307A-D1EA72E0A7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5000"/>
            </a:blip>
            <a:srcRect/>
            <a:stretch>
              <a:fillRect/>
            </a:stretch>
          </p:blipFill>
          <p:spPr>
            <a:xfrm>
              <a:off x="0" y="0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9C13768E-E612-C25A-1936-1D289D797CFF}"/>
              </a:ext>
            </a:extLst>
          </p:cNvPr>
          <p:cNvGrpSpPr/>
          <p:nvPr/>
        </p:nvGrpSpPr>
        <p:grpSpPr>
          <a:xfrm>
            <a:off x="1364274" y="1267835"/>
            <a:ext cx="335574" cy="335574"/>
            <a:chOff x="0" y="0"/>
            <a:chExt cx="447432" cy="447432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9D04DD80-95F4-94C6-21E2-0BEEB0552D95}"/>
                </a:ext>
              </a:extLst>
            </p:cNvPr>
            <p:cNvSpPr/>
            <p:nvPr/>
          </p:nvSpPr>
          <p:spPr>
            <a:xfrm>
              <a:off x="0" y="0"/>
              <a:ext cx="447548" cy="447548"/>
            </a:xfrm>
            <a:custGeom>
              <a:avLst/>
              <a:gdLst/>
              <a:ahLst/>
              <a:cxnLst/>
              <a:rect l="l" t="t" r="r" b="b"/>
              <a:pathLst>
                <a:path w="447548" h="447548">
                  <a:moveTo>
                    <a:pt x="0" y="223774"/>
                  </a:moveTo>
                  <a:cubicBezTo>
                    <a:pt x="123571" y="223774"/>
                    <a:pt x="223774" y="123571"/>
                    <a:pt x="223774" y="0"/>
                  </a:cubicBezTo>
                  <a:cubicBezTo>
                    <a:pt x="223774" y="123571"/>
                    <a:pt x="323977" y="223774"/>
                    <a:pt x="447548" y="223774"/>
                  </a:cubicBezTo>
                  <a:cubicBezTo>
                    <a:pt x="323977" y="223774"/>
                    <a:pt x="223774" y="323977"/>
                    <a:pt x="223774" y="447548"/>
                  </a:cubicBezTo>
                  <a:cubicBezTo>
                    <a:pt x="223774" y="323850"/>
                    <a:pt x="123571" y="223774"/>
                    <a:pt x="0" y="223774"/>
                  </a:cubicBezTo>
                  <a:close/>
                </a:path>
              </a:pathLst>
            </a:custGeom>
            <a:solidFill>
              <a:srgbClr val="373737"/>
            </a:solidFill>
          </p:spPr>
        </p:sp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EB699E45-6B17-EA65-0F0F-032C76FB4843}"/>
              </a:ext>
            </a:extLst>
          </p:cNvPr>
          <p:cNvSpPr txBox="1"/>
          <p:nvPr/>
        </p:nvSpPr>
        <p:spPr>
          <a:xfrm>
            <a:off x="1790700" y="1067129"/>
            <a:ext cx="12382500" cy="74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759"/>
              </a:lnSpc>
            </a:pPr>
            <a:r>
              <a:rPr lang="en-US" sz="4999" b="1" spc="333" dirty="0">
                <a:solidFill>
                  <a:srgbClr val="000000"/>
                </a:solidFill>
                <a:latin typeface="Arial Black" panose="020B0A04020102020204" pitchFamily="34" charset="0"/>
                <a:ea typeface="字由点字典黑 35J"/>
                <a:sym typeface="字由点字典黑 75J"/>
              </a:rPr>
              <a:t>Code explanation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CA21A490-AF96-A4CA-70B4-AFCBCD0162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693" y="2321234"/>
            <a:ext cx="10502238" cy="6697931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85B4D780-4F5C-5B21-C4EB-376E523631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891" y="3151045"/>
            <a:ext cx="9649075" cy="6378432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96F52058-6D76-B88D-E6AD-C87ADF45F693}"/>
              </a:ext>
            </a:extLst>
          </p:cNvPr>
          <p:cNvGrpSpPr/>
          <p:nvPr/>
        </p:nvGrpSpPr>
        <p:grpSpPr>
          <a:xfrm>
            <a:off x="11329624" y="4489098"/>
            <a:ext cx="6544683" cy="2864201"/>
            <a:chOff x="7890248" y="3751471"/>
            <a:chExt cx="6553202" cy="6574576"/>
          </a:xfrm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9C44805D-A047-D72F-6CC4-3CEA0CFEF917}"/>
                </a:ext>
              </a:extLst>
            </p:cNvPr>
            <p:cNvGrpSpPr/>
            <p:nvPr/>
          </p:nvGrpSpPr>
          <p:grpSpPr>
            <a:xfrm>
              <a:off x="12557052" y="8308216"/>
              <a:ext cx="1434801" cy="2017831"/>
              <a:chOff x="12978202" y="4185371"/>
              <a:chExt cx="1087986" cy="1462029"/>
            </a:xfrm>
          </p:grpSpPr>
          <p:grpSp>
            <p:nvGrpSpPr>
              <p:cNvPr id="27" name="Group 9">
                <a:extLst>
                  <a:ext uri="{FF2B5EF4-FFF2-40B4-BE49-F238E27FC236}">
                    <a16:creationId xmlns:a16="http://schemas.microsoft.com/office/drawing/2014/main" id="{5320829D-42CC-EB99-BECA-06C830ABAA95}"/>
                  </a:ext>
                </a:extLst>
              </p:cNvPr>
              <p:cNvGrpSpPr/>
              <p:nvPr/>
            </p:nvGrpSpPr>
            <p:grpSpPr>
              <a:xfrm>
                <a:off x="12978202" y="4191579"/>
                <a:ext cx="380947" cy="1448060"/>
                <a:chOff x="-1325818" y="463852"/>
                <a:chExt cx="507928" cy="1930747"/>
              </a:xfrm>
            </p:grpSpPr>
            <p:sp>
              <p:nvSpPr>
                <p:cNvPr id="32" name="Freeform 10">
                  <a:extLst>
                    <a:ext uri="{FF2B5EF4-FFF2-40B4-BE49-F238E27FC236}">
                      <a16:creationId xmlns:a16="http://schemas.microsoft.com/office/drawing/2014/main" id="{360B3762-39BD-C57E-171D-29A77D888BD6}"/>
                    </a:ext>
                  </a:extLst>
                </p:cNvPr>
                <p:cNvSpPr/>
                <p:nvPr/>
              </p:nvSpPr>
              <p:spPr>
                <a:xfrm>
                  <a:off x="-1325818" y="463852"/>
                  <a:ext cx="507928" cy="19307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grpSp>
            <p:nvGrpSpPr>
              <p:cNvPr id="28" name="Group 11">
                <a:extLst>
                  <a:ext uri="{FF2B5EF4-FFF2-40B4-BE49-F238E27FC236}">
                    <a16:creationId xmlns:a16="http://schemas.microsoft.com/office/drawing/2014/main" id="{6E3AB010-CDD6-4672-3EA5-9289B39F9A40}"/>
                  </a:ext>
                </a:extLst>
              </p:cNvPr>
              <p:cNvGrpSpPr/>
              <p:nvPr/>
            </p:nvGrpSpPr>
            <p:grpSpPr>
              <a:xfrm>
                <a:off x="13342800" y="4185371"/>
                <a:ext cx="380947" cy="1448059"/>
                <a:chOff x="-1287121" y="455575"/>
                <a:chExt cx="507928" cy="1930745"/>
              </a:xfrm>
            </p:grpSpPr>
            <p:sp>
              <p:nvSpPr>
                <p:cNvPr id="31" name="Freeform 12">
                  <a:extLst>
                    <a:ext uri="{FF2B5EF4-FFF2-40B4-BE49-F238E27FC236}">
                      <a16:creationId xmlns:a16="http://schemas.microsoft.com/office/drawing/2014/main" id="{9A106433-84C6-2FFE-3B78-F40F6C2FAF70}"/>
                    </a:ext>
                  </a:extLst>
                </p:cNvPr>
                <p:cNvSpPr/>
                <p:nvPr/>
              </p:nvSpPr>
              <p:spPr>
                <a:xfrm>
                  <a:off x="-1287121" y="455575"/>
                  <a:ext cx="507928" cy="19307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  <p:grpSp>
            <p:nvGrpSpPr>
              <p:cNvPr id="29" name="Group 13">
                <a:extLst>
                  <a:ext uri="{FF2B5EF4-FFF2-40B4-BE49-F238E27FC236}">
                    <a16:creationId xmlns:a16="http://schemas.microsoft.com/office/drawing/2014/main" id="{5880C0CF-D1AA-ECCB-B6EB-6078D22315C9}"/>
                  </a:ext>
                </a:extLst>
              </p:cNvPr>
              <p:cNvGrpSpPr/>
              <p:nvPr/>
            </p:nvGrpSpPr>
            <p:grpSpPr>
              <a:xfrm>
                <a:off x="13685241" y="4199343"/>
                <a:ext cx="380947" cy="1448057"/>
                <a:chOff x="-1277965" y="474204"/>
                <a:chExt cx="507929" cy="1930743"/>
              </a:xfrm>
            </p:grpSpPr>
            <p:sp>
              <p:nvSpPr>
                <p:cNvPr id="30" name="Freeform 14">
                  <a:extLst>
                    <a:ext uri="{FF2B5EF4-FFF2-40B4-BE49-F238E27FC236}">
                      <a16:creationId xmlns:a16="http://schemas.microsoft.com/office/drawing/2014/main" id="{BAF353EB-511C-8509-BCE2-511B23B3033C}"/>
                    </a:ext>
                  </a:extLst>
                </p:cNvPr>
                <p:cNvSpPr/>
                <p:nvPr/>
              </p:nvSpPr>
              <p:spPr>
                <a:xfrm>
                  <a:off x="-1277965" y="474204"/>
                  <a:ext cx="507929" cy="19307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48" h="447548">
                      <a:moveTo>
                        <a:pt x="0" y="223774"/>
                      </a:moveTo>
                      <a:cubicBezTo>
                        <a:pt x="123571" y="223774"/>
                        <a:pt x="223774" y="123571"/>
                        <a:pt x="223774" y="0"/>
                      </a:cubicBezTo>
                      <a:cubicBezTo>
                        <a:pt x="223774" y="123571"/>
                        <a:pt x="323977" y="223774"/>
                        <a:pt x="447548" y="223774"/>
                      </a:cubicBezTo>
                      <a:cubicBezTo>
                        <a:pt x="323977" y="223774"/>
                        <a:pt x="223774" y="323977"/>
                        <a:pt x="223774" y="447548"/>
                      </a:cubicBezTo>
                      <a:cubicBezTo>
                        <a:pt x="223774" y="323850"/>
                        <a:pt x="123571" y="223774"/>
                        <a:pt x="0" y="223774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</p:sp>
          </p:grpSp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1A2EC71F-1079-3701-43EA-A277609CD797}"/>
                </a:ext>
              </a:extLst>
            </p:cNvPr>
            <p:cNvGrpSpPr/>
            <p:nvPr/>
          </p:nvGrpSpPr>
          <p:grpSpPr>
            <a:xfrm>
              <a:off x="7890248" y="3751471"/>
              <a:ext cx="6553202" cy="6292727"/>
              <a:chOff x="9989673" y="4589671"/>
              <a:chExt cx="6553202" cy="6292727"/>
            </a:xfrm>
          </p:grpSpPr>
          <p:grpSp>
            <p:nvGrpSpPr>
              <p:cNvPr id="24" name="Group 4">
                <a:extLst>
                  <a:ext uri="{FF2B5EF4-FFF2-40B4-BE49-F238E27FC236}">
                    <a16:creationId xmlns:a16="http://schemas.microsoft.com/office/drawing/2014/main" id="{C657158C-4EA0-B71C-3574-830D78BF0538}"/>
                  </a:ext>
                </a:extLst>
              </p:cNvPr>
              <p:cNvGrpSpPr/>
              <p:nvPr/>
            </p:nvGrpSpPr>
            <p:grpSpPr>
              <a:xfrm>
                <a:off x="9989673" y="4589671"/>
                <a:ext cx="6553202" cy="5620814"/>
                <a:chOff x="-4123634" y="51603"/>
                <a:chExt cx="18646013" cy="2197851"/>
              </a:xfrm>
            </p:grpSpPr>
            <p:sp>
              <p:nvSpPr>
                <p:cNvPr id="26" name="Freeform 5">
                  <a:extLst>
                    <a:ext uri="{FF2B5EF4-FFF2-40B4-BE49-F238E27FC236}">
                      <a16:creationId xmlns:a16="http://schemas.microsoft.com/office/drawing/2014/main" id="{2C357D51-015C-80B7-99A7-AEB2E9576A68}"/>
                    </a:ext>
                  </a:extLst>
                </p:cNvPr>
                <p:cNvSpPr/>
                <p:nvPr/>
              </p:nvSpPr>
              <p:spPr>
                <a:xfrm>
                  <a:off x="-4123634" y="51603"/>
                  <a:ext cx="18646013" cy="21978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46012" h="1757934">
                      <a:moveTo>
                        <a:pt x="0" y="878967"/>
                      </a:moveTo>
                      <a:cubicBezTo>
                        <a:pt x="0" y="393319"/>
                        <a:pt x="398780" y="0"/>
                        <a:pt x="890524" y="0"/>
                      </a:cubicBezTo>
                      <a:lnTo>
                        <a:pt x="17755488" y="0"/>
                      </a:lnTo>
                      <a:lnTo>
                        <a:pt x="17755488" y="12700"/>
                      </a:lnTo>
                      <a:lnTo>
                        <a:pt x="17755488" y="0"/>
                      </a:lnTo>
                      <a:cubicBezTo>
                        <a:pt x="18247105" y="0"/>
                        <a:pt x="18646012" y="393319"/>
                        <a:pt x="18646012" y="878967"/>
                      </a:cubicBezTo>
                      <a:lnTo>
                        <a:pt x="18633312" y="878967"/>
                      </a:lnTo>
                      <a:lnTo>
                        <a:pt x="18646012" y="878967"/>
                      </a:lnTo>
                      <a:lnTo>
                        <a:pt x="18633312" y="878967"/>
                      </a:lnTo>
                      <a:lnTo>
                        <a:pt x="18646012" y="878967"/>
                      </a:lnTo>
                      <a:cubicBezTo>
                        <a:pt x="18646012" y="1364615"/>
                        <a:pt x="18247232" y="1757934"/>
                        <a:pt x="17755488" y="1757934"/>
                      </a:cubicBezTo>
                      <a:lnTo>
                        <a:pt x="17755488" y="1745234"/>
                      </a:lnTo>
                      <a:lnTo>
                        <a:pt x="17755488" y="1757934"/>
                      </a:lnTo>
                      <a:lnTo>
                        <a:pt x="890524" y="1757934"/>
                      </a:lnTo>
                      <a:lnTo>
                        <a:pt x="890524" y="1745234"/>
                      </a:lnTo>
                      <a:lnTo>
                        <a:pt x="890524" y="1757934"/>
                      </a:lnTo>
                      <a:cubicBezTo>
                        <a:pt x="398780" y="1757934"/>
                        <a:pt x="0" y="1364615"/>
                        <a:pt x="0" y="878967"/>
                      </a:cubicBezTo>
                      <a:lnTo>
                        <a:pt x="12700" y="878967"/>
                      </a:lnTo>
                      <a:lnTo>
                        <a:pt x="0" y="878967"/>
                      </a:lnTo>
                      <a:moveTo>
                        <a:pt x="25400" y="878967"/>
                      </a:moveTo>
                      <a:lnTo>
                        <a:pt x="12700" y="878967"/>
                      </a:lnTo>
                      <a:lnTo>
                        <a:pt x="25400" y="878967"/>
                      </a:lnTo>
                      <a:cubicBezTo>
                        <a:pt x="25400" y="1350264"/>
                        <a:pt x="412496" y="1732534"/>
                        <a:pt x="890524" y="1732534"/>
                      </a:cubicBezTo>
                      <a:lnTo>
                        <a:pt x="17755488" y="1732534"/>
                      </a:lnTo>
                      <a:cubicBezTo>
                        <a:pt x="18233389" y="1732534"/>
                        <a:pt x="18620612" y="1350264"/>
                        <a:pt x="18620612" y="878967"/>
                      </a:cubicBezTo>
                      <a:cubicBezTo>
                        <a:pt x="18620612" y="407670"/>
                        <a:pt x="18233517" y="25400"/>
                        <a:pt x="17755488" y="25400"/>
                      </a:cubicBezTo>
                      <a:lnTo>
                        <a:pt x="890524" y="25400"/>
                      </a:lnTo>
                      <a:lnTo>
                        <a:pt x="890524" y="12700"/>
                      </a:lnTo>
                      <a:lnTo>
                        <a:pt x="890524" y="25400"/>
                      </a:lnTo>
                      <a:cubicBezTo>
                        <a:pt x="412496" y="25400"/>
                        <a:pt x="25400" y="407670"/>
                        <a:pt x="25400" y="878967"/>
                      </a:cubicBezTo>
                      <a:close/>
                    </a:path>
                  </a:pathLst>
                </a:custGeom>
                <a:solidFill>
                  <a:srgbClr val="373737"/>
                </a:solidFill>
              </p:spPr>
              <p:txBody>
                <a:bodyPr/>
                <a:lstStyle/>
                <a:p>
                  <a:endParaRPr lang="en-GB" dirty="0"/>
                </a:p>
              </p:txBody>
            </p:sp>
          </p:grpSp>
          <p:sp>
            <p:nvSpPr>
              <p:cNvPr id="25" name="TextBox 20">
                <a:extLst>
                  <a:ext uri="{FF2B5EF4-FFF2-40B4-BE49-F238E27FC236}">
                    <a16:creationId xmlns:a16="http://schemas.microsoft.com/office/drawing/2014/main" id="{1B212B4A-A6E3-4EFD-F474-89EBE1AE896E}"/>
                  </a:ext>
                </a:extLst>
              </p:cNvPr>
              <p:cNvSpPr txBox="1"/>
              <p:nvPr/>
            </p:nvSpPr>
            <p:spPr>
              <a:xfrm>
                <a:off x="9989673" y="4981913"/>
                <a:ext cx="6271388" cy="590048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609084" lvl="1" indent="-304542" algn="l">
                  <a:lnSpc>
                    <a:spcPts val="4231"/>
                  </a:lnSpc>
                  <a:buFont typeface="Arial"/>
                  <a:buChar char="•"/>
                </a:pPr>
                <a:r>
                  <a:rPr lang="en-GB" sz="2821" dirty="0">
                    <a:solidFill>
                      <a:srgbClr val="404040"/>
                    </a:solidFill>
                    <a:latin typeface="字由点字典黑 35J"/>
                    <a:ea typeface="字由点字典黑 35J"/>
                    <a:cs typeface="字由点字典黑 35J"/>
                    <a:sym typeface="字由点字典黑 35J"/>
                  </a:rPr>
                  <a:t>This part of fragment transactions will take care of that link between the recipe detail page and the shopping list pages.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88821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E320F6-A08E-413B-4DA5-DA357AC5A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3E6A02-78BB-568F-5114-7F97872CD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5" name="Table 3">
            <a:extLst>
              <a:ext uri="{FF2B5EF4-FFF2-40B4-BE49-F238E27FC236}">
                <a16:creationId xmlns:a16="http://schemas.microsoft.com/office/drawing/2014/main" id="{B8167D25-6964-0970-3F4D-BF13818992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7908112"/>
              </p:ext>
            </p:extLst>
          </p:nvPr>
        </p:nvGraphicFramePr>
        <p:xfrm>
          <a:off x="0" y="1"/>
          <a:ext cx="18288000" cy="10286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41066">
                  <a:extLst>
                    <a:ext uri="{9D8B030D-6E8A-4147-A177-3AD203B41FA5}">
                      <a16:colId xmlns:a16="http://schemas.microsoft.com/office/drawing/2014/main" val="374836622"/>
                    </a:ext>
                  </a:extLst>
                </a:gridCol>
                <a:gridCol w="3746934">
                  <a:extLst>
                    <a:ext uri="{9D8B030D-6E8A-4147-A177-3AD203B41FA5}">
                      <a16:colId xmlns:a16="http://schemas.microsoft.com/office/drawing/2014/main" val="3905151838"/>
                    </a:ext>
                  </a:extLst>
                </a:gridCol>
              </a:tblGrid>
              <a:tr h="911752">
                <a:tc>
                  <a:txBody>
                    <a:bodyPr/>
                    <a:lstStyle/>
                    <a:p>
                      <a:pPr algn="ctr"/>
                      <a:r>
                        <a:rPr lang="en-US" sz="2700" dirty="0"/>
                        <a:t>Description of Finalized Features/ Improvement</a:t>
                      </a:r>
                      <a:endParaRPr lang="en-IE" sz="2700" dirty="0"/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 dirty="0"/>
                        <a:t>Progress</a:t>
                      </a:r>
                      <a:endParaRPr lang="en-IE" sz="2700" dirty="0"/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094513192"/>
                  </a:ext>
                </a:extLst>
              </a:tr>
              <a:tr h="45544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700" dirty="0"/>
                        <a:t>Feature 3 (Newly added):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7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AI-supported Image Recognition</a:t>
                      </a:r>
                      <a:r>
                        <a:rPr lang="en-US" altLang="zh-CN" sz="2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  <a:p>
                      <a:pPr lvl="1"/>
                      <a:r>
                        <a:rPr lang="en-US" altLang="zh-CN" sz="2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Complete the scan item function by introducing the image-recognition technique to automatically add new item to the digital fridge. </a:t>
                      </a:r>
                      <a:endParaRPr lang="en-US" altLang="zh-CN" sz="27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27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Add Shopping List Pages:</a:t>
                      </a:r>
                    </a:p>
                    <a:p>
                      <a:pPr lvl="1"/>
                      <a:r>
                        <a:rPr lang="en-US" altLang="zh-CN" sz="2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shopping list supports handwriting or scan item’s image to add new items.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7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Auto-create A New Item If Needed</a:t>
                      </a:r>
                      <a:r>
                        <a:rPr lang="en-GB" altLang="zh-CN" sz="27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altLang="zh-CN" sz="27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1"/>
                      <a:r>
                        <a:rPr lang="en-US" altLang="zh-CN" sz="2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new item can be created automatically when you lack the ingredient in your digital fridge when using the recipes.</a:t>
                      </a:r>
                    </a:p>
                    <a:p>
                      <a:pPr lvl="1"/>
                      <a:endParaRPr lang="en-US" altLang="zh-CN" sz="27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IE" sz="2700" dirty="0"/>
                        <a:t>Done.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2514090262"/>
                  </a:ext>
                </a:extLst>
              </a:tr>
              <a:tr h="48207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700" dirty="0"/>
                        <a:t>Improvement 3: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7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Auto-create A New Item If Needed</a:t>
                      </a:r>
                      <a:r>
                        <a:rPr lang="en-GB" altLang="zh-CN" sz="27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altLang="zh-CN" sz="27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1"/>
                      <a:r>
                        <a:rPr lang="en-US" altLang="zh-CN" sz="2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new item can be created automatically when you lack the ingredient in your digital fridge when using the recipes.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altLang="zh-CN" sz="2700" dirty="0"/>
                        <a:t>Done.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412541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47440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>
              <a:alphaModFix amt="80000"/>
            </a:blip>
            <a:srcRect t="7061" b="7061"/>
            <a:stretch>
              <a:fillRect/>
            </a:stretch>
          </p:blipFill>
          <p:spPr>
            <a:xfrm flipH="1">
              <a:off x="0" y="0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16954208" y="8364091"/>
            <a:ext cx="599241" cy="1112876"/>
            <a:chOff x="0" y="0"/>
            <a:chExt cx="798988" cy="1483834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14142" cy="114142"/>
              <a:chOff x="0" y="0"/>
              <a:chExt cx="114142" cy="114142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7" name="Group 7"/>
            <p:cNvGrpSpPr/>
            <p:nvPr/>
          </p:nvGrpSpPr>
          <p:grpSpPr>
            <a:xfrm>
              <a:off x="228282" y="0"/>
              <a:ext cx="114142" cy="114142"/>
              <a:chOff x="0" y="0"/>
              <a:chExt cx="114142" cy="114142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9" name="Group 9"/>
            <p:cNvGrpSpPr/>
            <p:nvPr/>
          </p:nvGrpSpPr>
          <p:grpSpPr>
            <a:xfrm>
              <a:off x="456564" y="0"/>
              <a:ext cx="114142" cy="114142"/>
              <a:chOff x="0" y="0"/>
              <a:chExt cx="114142" cy="114142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11" name="Group 11"/>
            <p:cNvGrpSpPr/>
            <p:nvPr/>
          </p:nvGrpSpPr>
          <p:grpSpPr>
            <a:xfrm>
              <a:off x="684846" y="0"/>
              <a:ext cx="114142" cy="114142"/>
              <a:chOff x="0" y="0"/>
              <a:chExt cx="114142" cy="114142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13" name="Group 13"/>
            <p:cNvGrpSpPr/>
            <p:nvPr/>
          </p:nvGrpSpPr>
          <p:grpSpPr>
            <a:xfrm>
              <a:off x="0" y="228282"/>
              <a:ext cx="114142" cy="114142"/>
              <a:chOff x="0" y="0"/>
              <a:chExt cx="114142" cy="114142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15" name="Group 15"/>
            <p:cNvGrpSpPr/>
            <p:nvPr/>
          </p:nvGrpSpPr>
          <p:grpSpPr>
            <a:xfrm>
              <a:off x="228282" y="228282"/>
              <a:ext cx="114142" cy="114142"/>
              <a:chOff x="0" y="0"/>
              <a:chExt cx="114142" cy="114142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17" name="Group 17"/>
            <p:cNvGrpSpPr/>
            <p:nvPr/>
          </p:nvGrpSpPr>
          <p:grpSpPr>
            <a:xfrm>
              <a:off x="456564" y="228282"/>
              <a:ext cx="114142" cy="114142"/>
              <a:chOff x="0" y="0"/>
              <a:chExt cx="114142" cy="114142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19" name="Group 19"/>
            <p:cNvGrpSpPr/>
            <p:nvPr/>
          </p:nvGrpSpPr>
          <p:grpSpPr>
            <a:xfrm>
              <a:off x="684846" y="228282"/>
              <a:ext cx="114142" cy="114142"/>
              <a:chOff x="0" y="0"/>
              <a:chExt cx="114142" cy="114142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21" name="Group 21"/>
            <p:cNvGrpSpPr/>
            <p:nvPr/>
          </p:nvGrpSpPr>
          <p:grpSpPr>
            <a:xfrm>
              <a:off x="0" y="456564"/>
              <a:ext cx="114142" cy="114142"/>
              <a:chOff x="0" y="0"/>
              <a:chExt cx="114142" cy="114142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23" name="Group 23"/>
            <p:cNvGrpSpPr/>
            <p:nvPr/>
          </p:nvGrpSpPr>
          <p:grpSpPr>
            <a:xfrm>
              <a:off x="228282" y="456564"/>
              <a:ext cx="114142" cy="114142"/>
              <a:chOff x="0" y="0"/>
              <a:chExt cx="114142" cy="114142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25" name="Group 25"/>
            <p:cNvGrpSpPr/>
            <p:nvPr/>
          </p:nvGrpSpPr>
          <p:grpSpPr>
            <a:xfrm>
              <a:off x="456564" y="456564"/>
              <a:ext cx="114142" cy="114142"/>
              <a:chOff x="0" y="0"/>
              <a:chExt cx="114142" cy="114142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27" name="Group 27"/>
            <p:cNvGrpSpPr/>
            <p:nvPr/>
          </p:nvGrpSpPr>
          <p:grpSpPr>
            <a:xfrm>
              <a:off x="684846" y="456564"/>
              <a:ext cx="114142" cy="114142"/>
              <a:chOff x="0" y="0"/>
              <a:chExt cx="114142" cy="114142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29" name="Group 29"/>
            <p:cNvGrpSpPr/>
            <p:nvPr/>
          </p:nvGrpSpPr>
          <p:grpSpPr>
            <a:xfrm>
              <a:off x="0" y="684846"/>
              <a:ext cx="114142" cy="114142"/>
              <a:chOff x="0" y="0"/>
              <a:chExt cx="114142" cy="114142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31" name="Group 31"/>
            <p:cNvGrpSpPr/>
            <p:nvPr/>
          </p:nvGrpSpPr>
          <p:grpSpPr>
            <a:xfrm>
              <a:off x="228282" y="684846"/>
              <a:ext cx="114142" cy="114142"/>
              <a:chOff x="0" y="0"/>
              <a:chExt cx="114142" cy="114142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33" name="Group 33"/>
            <p:cNvGrpSpPr/>
            <p:nvPr/>
          </p:nvGrpSpPr>
          <p:grpSpPr>
            <a:xfrm>
              <a:off x="456564" y="684846"/>
              <a:ext cx="114142" cy="114142"/>
              <a:chOff x="0" y="0"/>
              <a:chExt cx="114142" cy="114142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35" name="Group 35"/>
            <p:cNvGrpSpPr/>
            <p:nvPr/>
          </p:nvGrpSpPr>
          <p:grpSpPr>
            <a:xfrm>
              <a:off x="684846" y="684846"/>
              <a:ext cx="114142" cy="114142"/>
              <a:chOff x="0" y="0"/>
              <a:chExt cx="114142" cy="114142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37" name="Group 37"/>
            <p:cNvGrpSpPr/>
            <p:nvPr/>
          </p:nvGrpSpPr>
          <p:grpSpPr>
            <a:xfrm>
              <a:off x="0" y="913128"/>
              <a:ext cx="114142" cy="114142"/>
              <a:chOff x="0" y="0"/>
              <a:chExt cx="114142" cy="114142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39" name="Group 39"/>
            <p:cNvGrpSpPr/>
            <p:nvPr/>
          </p:nvGrpSpPr>
          <p:grpSpPr>
            <a:xfrm>
              <a:off x="228282" y="913128"/>
              <a:ext cx="114142" cy="114142"/>
              <a:chOff x="0" y="0"/>
              <a:chExt cx="114142" cy="114142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41" name="Group 41"/>
            <p:cNvGrpSpPr/>
            <p:nvPr/>
          </p:nvGrpSpPr>
          <p:grpSpPr>
            <a:xfrm>
              <a:off x="456564" y="913128"/>
              <a:ext cx="114142" cy="114142"/>
              <a:chOff x="0" y="0"/>
              <a:chExt cx="114142" cy="114142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43" name="Group 43"/>
            <p:cNvGrpSpPr/>
            <p:nvPr/>
          </p:nvGrpSpPr>
          <p:grpSpPr>
            <a:xfrm>
              <a:off x="684846" y="913128"/>
              <a:ext cx="114142" cy="114142"/>
              <a:chOff x="0" y="0"/>
              <a:chExt cx="114142" cy="114142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45" name="Group 45"/>
            <p:cNvGrpSpPr/>
            <p:nvPr/>
          </p:nvGrpSpPr>
          <p:grpSpPr>
            <a:xfrm>
              <a:off x="0" y="1141410"/>
              <a:ext cx="114142" cy="114142"/>
              <a:chOff x="0" y="0"/>
              <a:chExt cx="114142" cy="114142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47" name="Group 47"/>
            <p:cNvGrpSpPr/>
            <p:nvPr/>
          </p:nvGrpSpPr>
          <p:grpSpPr>
            <a:xfrm>
              <a:off x="228282" y="1141410"/>
              <a:ext cx="114142" cy="114142"/>
              <a:chOff x="0" y="0"/>
              <a:chExt cx="114142" cy="114142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49" name="Group 49"/>
            <p:cNvGrpSpPr/>
            <p:nvPr/>
          </p:nvGrpSpPr>
          <p:grpSpPr>
            <a:xfrm>
              <a:off x="456564" y="1141410"/>
              <a:ext cx="114142" cy="114142"/>
              <a:chOff x="0" y="0"/>
              <a:chExt cx="114142" cy="114142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51" name="Group 51"/>
            <p:cNvGrpSpPr/>
            <p:nvPr/>
          </p:nvGrpSpPr>
          <p:grpSpPr>
            <a:xfrm>
              <a:off x="684846" y="1141410"/>
              <a:ext cx="114142" cy="114142"/>
              <a:chOff x="0" y="0"/>
              <a:chExt cx="114142" cy="114142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53" name="Group 53"/>
            <p:cNvGrpSpPr/>
            <p:nvPr/>
          </p:nvGrpSpPr>
          <p:grpSpPr>
            <a:xfrm>
              <a:off x="0" y="1369692"/>
              <a:ext cx="114142" cy="114142"/>
              <a:chOff x="0" y="0"/>
              <a:chExt cx="114142" cy="114142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55" name="Group 55"/>
            <p:cNvGrpSpPr/>
            <p:nvPr/>
          </p:nvGrpSpPr>
          <p:grpSpPr>
            <a:xfrm>
              <a:off x="228282" y="1369692"/>
              <a:ext cx="114142" cy="114142"/>
              <a:chOff x="0" y="0"/>
              <a:chExt cx="114142" cy="114142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57" name="Group 57"/>
            <p:cNvGrpSpPr/>
            <p:nvPr/>
          </p:nvGrpSpPr>
          <p:grpSpPr>
            <a:xfrm>
              <a:off x="456564" y="1369692"/>
              <a:ext cx="114142" cy="114142"/>
              <a:chOff x="0" y="0"/>
              <a:chExt cx="114142" cy="114142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59" name="Group 59"/>
            <p:cNvGrpSpPr/>
            <p:nvPr/>
          </p:nvGrpSpPr>
          <p:grpSpPr>
            <a:xfrm>
              <a:off x="684846" y="1369692"/>
              <a:ext cx="114142" cy="114142"/>
              <a:chOff x="0" y="0"/>
              <a:chExt cx="114142" cy="114142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0" y="0"/>
                <a:ext cx="114173" cy="114173"/>
              </a:xfrm>
              <a:custGeom>
                <a:avLst/>
                <a:gdLst/>
                <a:ahLst/>
                <a:cxnLst/>
                <a:rect l="l" t="t" r="r" b="b"/>
                <a:pathLst>
                  <a:path w="114173" h="114173">
                    <a:moveTo>
                      <a:pt x="0" y="57023"/>
                    </a:moveTo>
                    <a:cubicBezTo>
                      <a:pt x="0" y="25527"/>
                      <a:pt x="25527" y="0"/>
                      <a:pt x="57023" y="0"/>
                    </a:cubicBezTo>
                    <a:cubicBezTo>
                      <a:pt x="88519" y="0"/>
                      <a:pt x="114173" y="25527"/>
                      <a:pt x="114173" y="57023"/>
                    </a:cubicBezTo>
                    <a:cubicBezTo>
                      <a:pt x="114173" y="88519"/>
                      <a:pt x="88646" y="114173"/>
                      <a:pt x="57023" y="114173"/>
                    </a:cubicBezTo>
                    <a:cubicBezTo>
                      <a:pt x="25400" y="114173"/>
                      <a:pt x="0" y="88646"/>
                      <a:pt x="0" y="5702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  <p:sp>
        <p:nvSpPr>
          <p:cNvPr id="61" name="AutoShape 61"/>
          <p:cNvSpPr/>
          <p:nvPr/>
        </p:nvSpPr>
        <p:spPr>
          <a:xfrm>
            <a:off x="0" y="2369910"/>
            <a:ext cx="8455790" cy="9523"/>
          </a:xfrm>
          <a:prstGeom prst="line">
            <a:avLst/>
          </a:prstGeom>
          <a:ln w="9525" cap="rnd">
            <a:solidFill>
              <a:srgbClr val="37373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2" name="Group 62"/>
          <p:cNvGrpSpPr/>
          <p:nvPr/>
        </p:nvGrpSpPr>
        <p:grpSpPr>
          <a:xfrm>
            <a:off x="4396884" y="2179578"/>
            <a:ext cx="399711" cy="399711"/>
            <a:chOff x="0" y="0"/>
            <a:chExt cx="532948" cy="532948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532892" cy="532892"/>
            </a:xfrm>
            <a:custGeom>
              <a:avLst/>
              <a:gdLst/>
              <a:ahLst/>
              <a:cxnLst/>
              <a:rect l="l" t="t" r="r" b="b"/>
              <a:pathLst>
                <a:path w="532892" h="532892">
                  <a:moveTo>
                    <a:pt x="0" y="266446"/>
                  </a:moveTo>
                  <a:cubicBezTo>
                    <a:pt x="147193" y="266446"/>
                    <a:pt x="266446" y="147193"/>
                    <a:pt x="266446" y="0"/>
                  </a:cubicBezTo>
                  <a:cubicBezTo>
                    <a:pt x="266446" y="147193"/>
                    <a:pt x="385699" y="266446"/>
                    <a:pt x="532892" y="266446"/>
                  </a:cubicBezTo>
                  <a:cubicBezTo>
                    <a:pt x="385699" y="266446"/>
                    <a:pt x="266446" y="385699"/>
                    <a:pt x="266446" y="532892"/>
                  </a:cubicBezTo>
                  <a:cubicBezTo>
                    <a:pt x="266446" y="385699"/>
                    <a:pt x="147193" y="266446"/>
                    <a:pt x="0" y="266446"/>
                  </a:cubicBezTo>
                  <a:close/>
                </a:path>
              </a:pathLst>
            </a:custGeom>
            <a:solidFill>
              <a:srgbClr val="373737"/>
            </a:solidFill>
          </p:spPr>
        </p:sp>
      </p:grpSp>
      <p:grpSp>
        <p:nvGrpSpPr>
          <p:cNvPr id="64" name="Group 64"/>
          <p:cNvGrpSpPr/>
          <p:nvPr/>
        </p:nvGrpSpPr>
        <p:grpSpPr>
          <a:xfrm>
            <a:off x="3782165" y="2170055"/>
            <a:ext cx="399711" cy="399711"/>
            <a:chOff x="0" y="0"/>
            <a:chExt cx="532948" cy="532948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532892" cy="532892"/>
            </a:xfrm>
            <a:custGeom>
              <a:avLst/>
              <a:gdLst/>
              <a:ahLst/>
              <a:cxnLst/>
              <a:rect l="l" t="t" r="r" b="b"/>
              <a:pathLst>
                <a:path w="532892" h="532892">
                  <a:moveTo>
                    <a:pt x="0" y="266446"/>
                  </a:moveTo>
                  <a:cubicBezTo>
                    <a:pt x="147193" y="266446"/>
                    <a:pt x="266446" y="147193"/>
                    <a:pt x="266446" y="0"/>
                  </a:cubicBezTo>
                  <a:cubicBezTo>
                    <a:pt x="266446" y="147193"/>
                    <a:pt x="385699" y="266446"/>
                    <a:pt x="532892" y="266446"/>
                  </a:cubicBezTo>
                  <a:cubicBezTo>
                    <a:pt x="385699" y="266446"/>
                    <a:pt x="266446" y="385699"/>
                    <a:pt x="266446" y="532892"/>
                  </a:cubicBezTo>
                  <a:cubicBezTo>
                    <a:pt x="266446" y="385699"/>
                    <a:pt x="147193" y="266446"/>
                    <a:pt x="0" y="266446"/>
                  </a:cubicBezTo>
                  <a:close/>
                </a:path>
              </a:pathLst>
            </a:custGeom>
            <a:solidFill>
              <a:srgbClr val="373737"/>
            </a:solidFill>
          </p:spPr>
        </p:sp>
      </p:grpSp>
      <p:grpSp>
        <p:nvGrpSpPr>
          <p:cNvPr id="66" name="Group 66"/>
          <p:cNvGrpSpPr/>
          <p:nvPr/>
        </p:nvGrpSpPr>
        <p:grpSpPr>
          <a:xfrm>
            <a:off x="4596740" y="7123830"/>
            <a:ext cx="13691260" cy="399711"/>
            <a:chOff x="0" y="0"/>
            <a:chExt cx="18255013" cy="532948"/>
          </a:xfrm>
        </p:grpSpPr>
        <p:sp>
          <p:nvSpPr>
            <p:cNvPr id="67" name="AutoShape 67"/>
            <p:cNvSpPr/>
            <p:nvPr/>
          </p:nvSpPr>
          <p:spPr>
            <a:xfrm flipH="1">
              <a:off x="0" y="266474"/>
              <a:ext cx="18255013" cy="2"/>
            </a:xfrm>
            <a:prstGeom prst="line">
              <a:avLst/>
            </a:prstGeom>
            <a:ln w="12700" cap="rnd">
              <a:solidFill>
                <a:srgbClr val="373737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215496" y="0"/>
              <a:ext cx="532948" cy="532948"/>
              <a:chOff x="0" y="0"/>
              <a:chExt cx="532948" cy="532948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0" y="0"/>
                <a:ext cx="532892" cy="532892"/>
              </a:xfrm>
              <a:custGeom>
                <a:avLst/>
                <a:gdLst/>
                <a:ahLst/>
                <a:cxnLst/>
                <a:rect l="l" t="t" r="r" b="b"/>
                <a:pathLst>
                  <a:path w="532892" h="532892">
                    <a:moveTo>
                      <a:pt x="532892" y="266446"/>
                    </a:moveTo>
                    <a:cubicBezTo>
                      <a:pt x="385699" y="266446"/>
                      <a:pt x="266446" y="385699"/>
                      <a:pt x="266446" y="532892"/>
                    </a:cubicBezTo>
                    <a:cubicBezTo>
                      <a:pt x="266446" y="385699"/>
                      <a:pt x="147193" y="266446"/>
                      <a:pt x="0" y="266446"/>
                    </a:cubicBezTo>
                    <a:cubicBezTo>
                      <a:pt x="147193" y="266446"/>
                      <a:pt x="266446" y="147193"/>
                      <a:pt x="266446" y="0"/>
                    </a:cubicBezTo>
                    <a:cubicBezTo>
                      <a:pt x="266446" y="147193"/>
                      <a:pt x="385699" y="266446"/>
                      <a:pt x="532892" y="266446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grpSp>
          <p:nvGrpSpPr>
            <p:cNvPr id="70" name="Group 70"/>
            <p:cNvGrpSpPr/>
            <p:nvPr/>
          </p:nvGrpSpPr>
          <p:grpSpPr>
            <a:xfrm>
              <a:off x="6413390" y="0"/>
              <a:ext cx="532948" cy="532948"/>
              <a:chOff x="0" y="0"/>
              <a:chExt cx="532948" cy="532948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0" y="0"/>
                <a:ext cx="532892" cy="532892"/>
              </a:xfrm>
              <a:custGeom>
                <a:avLst/>
                <a:gdLst/>
                <a:ahLst/>
                <a:cxnLst/>
                <a:rect l="l" t="t" r="r" b="b"/>
                <a:pathLst>
                  <a:path w="532892" h="532892">
                    <a:moveTo>
                      <a:pt x="532892" y="266446"/>
                    </a:moveTo>
                    <a:cubicBezTo>
                      <a:pt x="385699" y="266446"/>
                      <a:pt x="266446" y="385699"/>
                      <a:pt x="266446" y="532892"/>
                    </a:cubicBezTo>
                    <a:cubicBezTo>
                      <a:pt x="266446" y="385699"/>
                      <a:pt x="147193" y="266446"/>
                      <a:pt x="0" y="266446"/>
                    </a:cubicBezTo>
                    <a:cubicBezTo>
                      <a:pt x="147193" y="266446"/>
                      <a:pt x="266446" y="147193"/>
                      <a:pt x="266446" y="0"/>
                    </a:cubicBezTo>
                    <a:cubicBezTo>
                      <a:pt x="266446" y="147193"/>
                      <a:pt x="385699" y="266446"/>
                      <a:pt x="532892" y="266446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</p:grpSp>
      <p:sp>
        <p:nvSpPr>
          <p:cNvPr id="72" name="TextBox 72"/>
          <p:cNvSpPr txBox="1"/>
          <p:nvPr/>
        </p:nvSpPr>
        <p:spPr>
          <a:xfrm>
            <a:off x="5259051" y="2825201"/>
            <a:ext cx="9761758" cy="3857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139"/>
              </a:lnSpc>
            </a:pPr>
            <a:r>
              <a:rPr lang="en-US" sz="8449" spc="2816">
                <a:solidFill>
                  <a:srgbClr val="000000"/>
                </a:solidFill>
                <a:latin typeface="字由点字典黑 75J"/>
                <a:ea typeface="字由点字典黑 75J"/>
                <a:cs typeface="字由点字典黑 75J"/>
                <a:sym typeface="字由点字典黑 75J"/>
              </a:rPr>
              <a:t>THANKS FOR WATCHING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3083</TotalTime>
  <Words>993</Words>
  <Application>Microsoft Office PowerPoint</Application>
  <PresentationFormat>自定义</PresentationFormat>
  <Paragraphs>111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9" baseType="lpstr">
      <vt:lpstr>字由点字典黑 35J Italics</vt:lpstr>
      <vt:lpstr>Arial</vt:lpstr>
      <vt:lpstr>Calibri</vt:lpstr>
      <vt:lpstr>字由点字典黑 35J</vt:lpstr>
      <vt:lpstr>字由点字典黑 45J Italics</vt:lpstr>
      <vt:lpstr>字由点字典黑 75J</vt:lpstr>
      <vt:lpstr>Arimo</vt:lpstr>
      <vt:lpstr>Copperplate Gothic Bold</vt:lpstr>
      <vt:lpstr>字由点字典黑 45J</vt:lpstr>
      <vt:lpstr>D-DINExp</vt:lpstr>
      <vt:lpstr>Arial Black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Slides</dc:title>
  <dc:creator>VICTORIA zhu</dc:creator>
  <cp:lastModifiedBy>VICTORIA zhu</cp:lastModifiedBy>
  <cp:revision>41</cp:revision>
  <dcterms:created xsi:type="dcterms:W3CDTF">2006-08-16T00:00:00Z</dcterms:created>
  <dcterms:modified xsi:type="dcterms:W3CDTF">2024-12-20T07:52:11Z</dcterms:modified>
  <dc:identifier>DAGTWDfY6zY</dc:identifier>
</cp:coreProperties>
</file>