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65" r:id="rId5"/>
    <p:sldId id="277" r:id="rId6"/>
    <p:sldId id="279" r:id="rId7"/>
    <p:sldId id="278" r:id="rId8"/>
    <p:sldId id="260" r:id="rId9"/>
    <p:sldId id="275" r:id="rId10"/>
    <p:sldId id="271" r:id="rId11"/>
    <p:sldId id="274" r:id="rId12"/>
    <p:sldId id="273" r:id="rId13"/>
    <p:sldId id="272" r:id="rId14"/>
    <p:sldId id="268" r:id="rId15"/>
    <p:sldId id="281" r:id="rId16"/>
    <p:sldId id="283" r:id="rId17"/>
    <p:sldId id="282" r:id="rId18"/>
    <p:sldId id="285" r:id="rId19"/>
    <p:sldId id="280" r:id="rId20"/>
    <p:sldId id="264" r:id="rId21"/>
  </p:sldIdLst>
  <p:sldSz cx="18288000" cy="10287000"/>
  <p:notesSz cx="6858000" cy="9144000"/>
  <p:embeddedFontLst>
    <p:embeddedFont>
      <p:font typeface="字由点字典黑 35J" panose="02010600030101010101" charset="-122"/>
      <p:regular r:id="rId22"/>
    </p:embeddedFont>
    <p:embeddedFont>
      <p:font typeface="字由点字典黑 35J Italics" panose="02010600030101010101" charset="-122"/>
      <p:regular r:id="rId23"/>
    </p:embeddedFont>
    <p:embeddedFont>
      <p:font typeface="字由点字典黑 45J" panose="02010600030101010101" charset="-122"/>
      <p:regular r:id="rId24"/>
    </p:embeddedFont>
    <p:embeddedFont>
      <p:font typeface="字由点字典黑 45J Italics" panose="02010600030101010101" charset="-122"/>
      <p:regular r:id="rId25"/>
    </p:embeddedFont>
    <p:embeddedFont>
      <p:font typeface="字由点字典黑 75J" panose="02010600030101010101" charset="-122"/>
      <p:regular r:id="rId26"/>
    </p:embeddedFont>
    <p:embeddedFont>
      <p:font typeface="Arial Black" panose="020B0A04020102020204" pitchFamily="34" charset="0"/>
      <p:bold r:id="rId27"/>
    </p:embeddedFont>
    <p:embeddedFont>
      <p:font typeface="Arimo" panose="02010600030101010101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21" autoAdjust="0"/>
    <p:restoredTop sz="95026" autoAdjust="0"/>
  </p:normalViewPr>
  <p:slideViewPr>
    <p:cSldViewPr>
      <p:cViewPr varScale="1">
        <p:scale>
          <a:sx n="55" d="100"/>
          <a:sy n="55" d="100"/>
        </p:scale>
        <p:origin x="108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80000"/>
            </a:blip>
            <a:srcRect t="7061" b="7061"/>
            <a:stretch>
              <a:fillRect/>
            </a:stretch>
          </p:blipFill>
          <p:spPr>
            <a:xfrm flipH="1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6954208" y="8364091"/>
            <a:ext cx="599241" cy="1112876"/>
            <a:chOff x="0" y="0"/>
            <a:chExt cx="798988" cy="1483834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4142" cy="114142"/>
              <a:chOff x="0" y="0"/>
              <a:chExt cx="114142" cy="11414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228282" y="0"/>
              <a:ext cx="114142" cy="114142"/>
              <a:chOff x="0" y="0"/>
              <a:chExt cx="114142" cy="11414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456564" y="0"/>
              <a:ext cx="114142" cy="114142"/>
              <a:chOff x="0" y="0"/>
              <a:chExt cx="114142" cy="11414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684846" y="0"/>
              <a:ext cx="114142" cy="114142"/>
              <a:chOff x="0" y="0"/>
              <a:chExt cx="114142" cy="11414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0" y="228282"/>
              <a:ext cx="114142" cy="114142"/>
              <a:chOff x="0" y="0"/>
              <a:chExt cx="114142" cy="11414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228282" y="228282"/>
              <a:ext cx="114142" cy="114142"/>
              <a:chOff x="0" y="0"/>
              <a:chExt cx="114142" cy="11414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456564" y="228282"/>
              <a:ext cx="114142" cy="114142"/>
              <a:chOff x="0" y="0"/>
              <a:chExt cx="114142" cy="11414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684846" y="228282"/>
              <a:ext cx="114142" cy="114142"/>
              <a:chOff x="0" y="0"/>
              <a:chExt cx="114142" cy="11414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0" y="456564"/>
              <a:ext cx="114142" cy="114142"/>
              <a:chOff x="0" y="0"/>
              <a:chExt cx="114142" cy="11414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228282" y="456564"/>
              <a:ext cx="114142" cy="114142"/>
              <a:chOff x="0" y="0"/>
              <a:chExt cx="114142" cy="11414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456564" y="456564"/>
              <a:ext cx="114142" cy="114142"/>
              <a:chOff x="0" y="0"/>
              <a:chExt cx="114142" cy="11414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684846" y="456564"/>
              <a:ext cx="114142" cy="114142"/>
              <a:chOff x="0" y="0"/>
              <a:chExt cx="114142" cy="11414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0" y="684846"/>
              <a:ext cx="114142" cy="114142"/>
              <a:chOff x="0" y="0"/>
              <a:chExt cx="114142" cy="114142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228282" y="684846"/>
              <a:ext cx="114142" cy="114142"/>
              <a:chOff x="0" y="0"/>
              <a:chExt cx="114142" cy="11414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456564" y="684846"/>
              <a:ext cx="114142" cy="114142"/>
              <a:chOff x="0" y="0"/>
              <a:chExt cx="114142" cy="11414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684846" y="684846"/>
              <a:ext cx="114142" cy="114142"/>
              <a:chOff x="0" y="0"/>
              <a:chExt cx="114142" cy="11414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0" y="913128"/>
              <a:ext cx="114142" cy="114142"/>
              <a:chOff x="0" y="0"/>
              <a:chExt cx="114142" cy="11414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228282" y="913128"/>
              <a:ext cx="114142" cy="114142"/>
              <a:chOff x="0" y="0"/>
              <a:chExt cx="114142" cy="11414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456564" y="913128"/>
              <a:ext cx="114142" cy="114142"/>
              <a:chOff x="0" y="0"/>
              <a:chExt cx="114142" cy="11414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684846" y="913128"/>
              <a:ext cx="114142" cy="114142"/>
              <a:chOff x="0" y="0"/>
              <a:chExt cx="114142" cy="11414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0" y="1141410"/>
              <a:ext cx="114142" cy="114142"/>
              <a:chOff x="0" y="0"/>
              <a:chExt cx="114142" cy="11414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7" name="Group 47"/>
            <p:cNvGrpSpPr/>
            <p:nvPr/>
          </p:nvGrpSpPr>
          <p:grpSpPr>
            <a:xfrm>
              <a:off x="228282" y="1141410"/>
              <a:ext cx="114142" cy="114142"/>
              <a:chOff x="0" y="0"/>
              <a:chExt cx="114142" cy="114142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9" name="Group 49"/>
            <p:cNvGrpSpPr/>
            <p:nvPr/>
          </p:nvGrpSpPr>
          <p:grpSpPr>
            <a:xfrm>
              <a:off x="456564" y="1141410"/>
              <a:ext cx="114142" cy="114142"/>
              <a:chOff x="0" y="0"/>
              <a:chExt cx="114142" cy="114142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1" name="Group 51"/>
            <p:cNvGrpSpPr/>
            <p:nvPr/>
          </p:nvGrpSpPr>
          <p:grpSpPr>
            <a:xfrm>
              <a:off x="684846" y="1141410"/>
              <a:ext cx="114142" cy="114142"/>
              <a:chOff x="0" y="0"/>
              <a:chExt cx="114142" cy="114142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0" y="1369692"/>
              <a:ext cx="114142" cy="114142"/>
              <a:chOff x="0" y="0"/>
              <a:chExt cx="114142" cy="114142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5" name="Group 55"/>
            <p:cNvGrpSpPr/>
            <p:nvPr/>
          </p:nvGrpSpPr>
          <p:grpSpPr>
            <a:xfrm>
              <a:off x="228282" y="1369692"/>
              <a:ext cx="114142" cy="114142"/>
              <a:chOff x="0" y="0"/>
              <a:chExt cx="114142" cy="114142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7" name="Group 57"/>
            <p:cNvGrpSpPr/>
            <p:nvPr/>
          </p:nvGrpSpPr>
          <p:grpSpPr>
            <a:xfrm>
              <a:off x="456564" y="1369692"/>
              <a:ext cx="114142" cy="114142"/>
              <a:chOff x="0" y="0"/>
              <a:chExt cx="114142" cy="11414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9" name="Group 59"/>
            <p:cNvGrpSpPr/>
            <p:nvPr/>
          </p:nvGrpSpPr>
          <p:grpSpPr>
            <a:xfrm>
              <a:off x="684846" y="1369692"/>
              <a:ext cx="114142" cy="114142"/>
              <a:chOff x="0" y="0"/>
              <a:chExt cx="114142" cy="114142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id="61" name="AutoShape 61"/>
          <p:cNvSpPr/>
          <p:nvPr/>
        </p:nvSpPr>
        <p:spPr>
          <a:xfrm>
            <a:off x="2237970" y="2369909"/>
            <a:ext cx="6217820" cy="9525"/>
          </a:xfrm>
          <a:prstGeom prst="line">
            <a:avLst/>
          </a:prstGeom>
          <a:ln w="9525" cap="rnd">
            <a:solidFill>
              <a:srgbClr val="3737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2" name="Group 62"/>
          <p:cNvGrpSpPr/>
          <p:nvPr/>
        </p:nvGrpSpPr>
        <p:grpSpPr>
          <a:xfrm>
            <a:off x="2644457" y="2170055"/>
            <a:ext cx="399711" cy="399711"/>
            <a:chOff x="0" y="0"/>
            <a:chExt cx="532948" cy="53294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32892" cy="532892"/>
            </a:xfrm>
            <a:custGeom>
              <a:avLst/>
              <a:gdLst/>
              <a:ahLst/>
              <a:cxnLst/>
              <a:rect l="l" t="t" r="r" b="b"/>
              <a:pathLst>
                <a:path w="532892" h="532892">
                  <a:moveTo>
                    <a:pt x="0" y="266446"/>
                  </a:moveTo>
                  <a:cubicBezTo>
                    <a:pt x="147193" y="266446"/>
                    <a:pt x="266446" y="147193"/>
                    <a:pt x="266446" y="0"/>
                  </a:cubicBezTo>
                  <a:cubicBezTo>
                    <a:pt x="266446" y="147193"/>
                    <a:pt x="385699" y="266446"/>
                    <a:pt x="532892" y="266446"/>
                  </a:cubicBezTo>
                  <a:cubicBezTo>
                    <a:pt x="385699" y="266446"/>
                    <a:pt x="266446" y="385699"/>
                    <a:pt x="266446" y="532892"/>
                  </a:cubicBezTo>
                  <a:cubicBezTo>
                    <a:pt x="266446" y="385699"/>
                    <a:pt x="147193" y="266446"/>
                    <a:pt x="0" y="266446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3246036" y="2170055"/>
            <a:ext cx="399711" cy="399711"/>
            <a:chOff x="0" y="0"/>
            <a:chExt cx="532948" cy="53294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32892" cy="532892"/>
            </a:xfrm>
            <a:custGeom>
              <a:avLst/>
              <a:gdLst/>
              <a:ahLst/>
              <a:cxnLst/>
              <a:rect l="l" t="t" r="r" b="b"/>
              <a:pathLst>
                <a:path w="532892" h="532892">
                  <a:moveTo>
                    <a:pt x="0" y="266446"/>
                  </a:moveTo>
                  <a:cubicBezTo>
                    <a:pt x="147193" y="266446"/>
                    <a:pt x="266446" y="147193"/>
                    <a:pt x="266446" y="0"/>
                  </a:cubicBezTo>
                  <a:cubicBezTo>
                    <a:pt x="266446" y="147193"/>
                    <a:pt x="385699" y="266446"/>
                    <a:pt x="532892" y="266446"/>
                  </a:cubicBezTo>
                  <a:cubicBezTo>
                    <a:pt x="385699" y="266446"/>
                    <a:pt x="266446" y="385699"/>
                    <a:pt x="266446" y="532892"/>
                  </a:cubicBezTo>
                  <a:cubicBezTo>
                    <a:pt x="266446" y="385699"/>
                    <a:pt x="147193" y="266446"/>
                    <a:pt x="0" y="266446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4596740" y="7701672"/>
            <a:ext cx="13691260" cy="399711"/>
            <a:chOff x="0" y="0"/>
            <a:chExt cx="18255013" cy="532948"/>
          </a:xfrm>
        </p:grpSpPr>
        <p:sp>
          <p:nvSpPr>
            <p:cNvPr id="67" name="AutoShape 67"/>
            <p:cNvSpPr/>
            <p:nvPr/>
          </p:nvSpPr>
          <p:spPr>
            <a:xfrm flipH="1">
              <a:off x="0" y="266474"/>
              <a:ext cx="18255013" cy="2"/>
            </a:xfrm>
            <a:prstGeom prst="line">
              <a:avLst/>
            </a:prstGeom>
            <a:ln w="12700" cap="rnd">
              <a:solidFill>
                <a:srgbClr val="37373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215496" y="0"/>
              <a:ext cx="532948" cy="532948"/>
              <a:chOff x="0" y="0"/>
              <a:chExt cx="532948" cy="532948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532892" cy="532892"/>
              </a:xfrm>
              <a:custGeom>
                <a:avLst/>
                <a:gdLst/>
                <a:ahLst/>
                <a:cxnLst/>
                <a:rect l="l" t="t" r="r" b="b"/>
                <a:pathLst>
                  <a:path w="532892" h="532892">
                    <a:moveTo>
                      <a:pt x="532892" y="266446"/>
                    </a:moveTo>
                    <a:cubicBezTo>
                      <a:pt x="385699" y="266446"/>
                      <a:pt x="266446" y="385699"/>
                      <a:pt x="266446" y="532892"/>
                    </a:cubicBezTo>
                    <a:cubicBezTo>
                      <a:pt x="266446" y="385699"/>
                      <a:pt x="147193" y="266446"/>
                      <a:pt x="0" y="266446"/>
                    </a:cubicBezTo>
                    <a:cubicBezTo>
                      <a:pt x="147193" y="266446"/>
                      <a:pt x="266446" y="147193"/>
                      <a:pt x="266446" y="0"/>
                    </a:cubicBezTo>
                    <a:cubicBezTo>
                      <a:pt x="266446" y="147193"/>
                      <a:pt x="385699" y="266446"/>
                      <a:pt x="532892" y="266446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70" name="Group 70"/>
            <p:cNvGrpSpPr/>
            <p:nvPr/>
          </p:nvGrpSpPr>
          <p:grpSpPr>
            <a:xfrm>
              <a:off x="6413390" y="0"/>
              <a:ext cx="532948" cy="532948"/>
              <a:chOff x="0" y="0"/>
              <a:chExt cx="532948" cy="532948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532892" cy="532892"/>
              </a:xfrm>
              <a:custGeom>
                <a:avLst/>
                <a:gdLst/>
                <a:ahLst/>
                <a:cxnLst/>
                <a:rect l="l" t="t" r="r" b="b"/>
                <a:pathLst>
                  <a:path w="532892" h="532892">
                    <a:moveTo>
                      <a:pt x="532892" y="266446"/>
                    </a:moveTo>
                    <a:cubicBezTo>
                      <a:pt x="385699" y="266446"/>
                      <a:pt x="266446" y="385699"/>
                      <a:pt x="266446" y="532892"/>
                    </a:cubicBezTo>
                    <a:cubicBezTo>
                      <a:pt x="266446" y="385699"/>
                      <a:pt x="147193" y="266446"/>
                      <a:pt x="0" y="266446"/>
                    </a:cubicBezTo>
                    <a:cubicBezTo>
                      <a:pt x="147193" y="266446"/>
                      <a:pt x="266446" y="147193"/>
                      <a:pt x="266446" y="0"/>
                    </a:cubicBezTo>
                    <a:cubicBezTo>
                      <a:pt x="266446" y="147193"/>
                      <a:pt x="385699" y="266446"/>
                      <a:pt x="532892" y="266446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</p:grpSp>
      <p:sp>
        <p:nvSpPr>
          <p:cNvPr id="73" name="TextBox 73"/>
          <p:cNvSpPr txBox="1"/>
          <p:nvPr/>
        </p:nvSpPr>
        <p:spPr>
          <a:xfrm>
            <a:off x="6456004" y="8287891"/>
            <a:ext cx="9763181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79"/>
              </a:lnSpc>
            </a:pPr>
            <a:r>
              <a:rPr lang="en-US" sz="2899" dirty="0">
                <a:solidFill>
                  <a:srgbClr val="373737"/>
                </a:solidFill>
                <a:latin typeface="字由点字典黑 45J"/>
                <a:ea typeface="字由点字典黑 45J"/>
                <a:cs typeface="字由点字典黑 45J"/>
                <a:sym typeface="字由点字典黑 45J"/>
              </a:rPr>
              <a:t>22207232 Qiyue Zhu</a:t>
            </a:r>
          </a:p>
          <a:p>
            <a:pPr algn="r">
              <a:lnSpc>
                <a:spcPts val="3479"/>
              </a:lnSpc>
            </a:pPr>
            <a:r>
              <a:rPr lang="en-US" sz="2899" dirty="0">
                <a:solidFill>
                  <a:srgbClr val="373737"/>
                </a:solidFill>
                <a:latin typeface="字由点字典黑 45J"/>
                <a:ea typeface="字由点字典黑 45J"/>
                <a:cs typeface="字由点字典黑 45J"/>
                <a:sym typeface="字由点字典黑 45J"/>
              </a:rPr>
              <a:t>11/4/2024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456004" y="6930147"/>
            <a:ext cx="976318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3499" dirty="0">
                <a:solidFill>
                  <a:srgbClr val="373737"/>
                </a:solidFill>
                <a:latin typeface="字由点字典黑 45J Italics"/>
                <a:ea typeface="字由点字典黑 45J Italics"/>
                <a:cs typeface="字由点字典黑 45J Italics"/>
                <a:sym typeface="字由点字典黑 45J Italics"/>
              </a:rPr>
              <a:t>Personalized your own recipes and digital fridge</a:t>
            </a: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A5F1ED70-E80F-0A59-79A7-B53C02695D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023" y="1866503"/>
            <a:ext cx="4715954" cy="4715954"/>
          </a:xfrm>
          <a:prstGeom prst="rect">
            <a:avLst/>
          </a:prstGeom>
        </p:spPr>
      </p:pic>
      <p:sp>
        <p:nvSpPr>
          <p:cNvPr id="76" name="TextBox 62">
            <a:extLst>
              <a:ext uri="{FF2B5EF4-FFF2-40B4-BE49-F238E27FC236}">
                <a16:creationId xmlns:a16="http://schemas.microsoft.com/office/drawing/2014/main" id="{9BDE5E64-3F79-8C8D-85E8-27C8D4F6CFA5}"/>
              </a:ext>
            </a:extLst>
          </p:cNvPr>
          <p:cNvSpPr txBox="1"/>
          <p:nvPr/>
        </p:nvSpPr>
        <p:spPr>
          <a:xfrm>
            <a:off x="4191000" y="5659822"/>
            <a:ext cx="10192808" cy="103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4999" b="1" spc="333" dirty="0" err="1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35J"/>
              </a:rPr>
              <a:t>Kandean</a:t>
            </a:r>
            <a:endParaRPr lang="en-US" sz="4999" b="1" spc="333" dirty="0">
              <a:solidFill>
                <a:srgbClr val="000000"/>
              </a:solidFill>
              <a:latin typeface="Arial Black" panose="020B0A04020102020204" pitchFamily="34" charset="0"/>
              <a:ea typeface="字由点字典黑 35J"/>
              <a:sym typeface="字由点字典黑 35J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40000"/>
            </a:blip>
            <a:srcRect t="8126" b="8126"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6954208" y="8364092"/>
            <a:ext cx="85606" cy="85607"/>
            <a:chOff x="0" y="0"/>
            <a:chExt cx="114142" cy="1141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125419" y="8364092"/>
            <a:ext cx="85606" cy="85607"/>
            <a:chOff x="0" y="0"/>
            <a:chExt cx="114142" cy="1141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7296630" y="8364092"/>
            <a:ext cx="85606" cy="85607"/>
            <a:chOff x="0" y="0"/>
            <a:chExt cx="114142" cy="1141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7467842" y="8364092"/>
            <a:ext cx="85606" cy="85607"/>
            <a:chOff x="0" y="0"/>
            <a:chExt cx="114142" cy="1141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954208" y="8535303"/>
            <a:ext cx="85606" cy="85607"/>
            <a:chOff x="0" y="0"/>
            <a:chExt cx="114142" cy="1141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7125419" y="8535303"/>
            <a:ext cx="85606" cy="85607"/>
            <a:chOff x="0" y="0"/>
            <a:chExt cx="114142" cy="1141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296630" y="8535303"/>
            <a:ext cx="85606" cy="85607"/>
            <a:chOff x="0" y="0"/>
            <a:chExt cx="114142" cy="1141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7467842" y="8535303"/>
            <a:ext cx="85606" cy="85607"/>
            <a:chOff x="0" y="0"/>
            <a:chExt cx="114142" cy="11414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6954208" y="8706515"/>
            <a:ext cx="85606" cy="85607"/>
            <a:chOff x="0" y="0"/>
            <a:chExt cx="114142" cy="11414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7125419" y="8706515"/>
            <a:ext cx="85606" cy="85607"/>
            <a:chOff x="0" y="0"/>
            <a:chExt cx="114142" cy="1141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7296630" y="8706515"/>
            <a:ext cx="85606" cy="85607"/>
            <a:chOff x="0" y="0"/>
            <a:chExt cx="114142" cy="1141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7467842" y="8706515"/>
            <a:ext cx="85606" cy="85607"/>
            <a:chOff x="0" y="0"/>
            <a:chExt cx="114142" cy="11414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6954208" y="8877726"/>
            <a:ext cx="85606" cy="85607"/>
            <a:chOff x="0" y="0"/>
            <a:chExt cx="114142" cy="1141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7125419" y="8877726"/>
            <a:ext cx="85606" cy="85607"/>
            <a:chOff x="0" y="0"/>
            <a:chExt cx="114142" cy="11414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7296630" y="8877726"/>
            <a:ext cx="85606" cy="85607"/>
            <a:chOff x="0" y="0"/>
            <a:chExt cx="114142" cy="11414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7467842" y="8877726"/>
            <a:ext cx="85606" cy="85607"/>
            <a:chOff x="0" y="0"/>
            <a:chExt cx="114142" cy="11414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6954208" y="9048937"/>
            <a:ext cx="85606" cy="85607"/>
            <a:chOff x="0" y="0"/>
            <a:chExt cx="114142" cy="11414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7125419" y="9048937"/>
            <a:ext cx="85606" cy="85607"/>
            <a:chOff x="0" y="0"/>
            <a:chExt cx="114142" cy="11414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7296630" y="9048937"/>
            <a:ext cx="85606" cy="85607"/>
            <a:chOff x="0" y="0"/>
            <a:chExt cx="114142" cy="11414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7467842" y="9048937"/>
            <a:ext cx="85606" cy="85607"/>
            <a:chOff x="0" y="0"/>
            <a:chExt cx="114142" cy="11414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6954208" y="9220149"/>
            <a:ext cx="85606" cy="85607"/>
            <a:chOff x="0" y="0"/>
            <a:chExt cx="114142" cy="11414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7125419" y="9220149"/>
            <a:ext cx="85606" cy="85607"/>
            <a:chOff x="0" y="0"/>
            <a:chExt cx="114142" cy="11414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7296630" y="9220149"/>
            <a:ext cx="85606" cy="85607"/>
            <a:chOff x="0" y="0"/>
            <a:chExt cx="114142" cy="11414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7467842" y="9220149"/>
            <a:ext cx="85606" cy="85607"/>
            <a:chOff x="0" y="0"/>
            <a:chExt cx="114142" cy="11414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16954208" y="9391360"/>
            <a:ext cx="85606" cy="85607"/>
            <a:chOff x="0" y="0"/>
            <a:chExt cx="114142" cy="11414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7125419" y="9391360"/>
            <a:ext cx="85606" cy="85607"/>
            <a:chOff x="0" y="0"/>
            <a:chExt cx="114142" cy="11414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7296630" y="9391360"/>
            <a:ext cx="85606" cy="85607"/>
            <a:chOff x="0" y="0"/>
            <a:chExt cx="114142" cy="11414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7467842" y="9391360"/>
            <a:ext cx="85606" cy="85607"/>
            <a:chOff x="0" y="0"/>
            <a:chExt cx="114142" cy="11414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2" name="TextBox 62"/>
          <p:cNvSpPr txBox="1"/>
          <p:nvPr/>
        </p:nvSpPr>
        <p:spPr>
          <a:xfrm>
            <a:off x="4114800" y="723900"/>
            <a:ext cx="10192808" cy="103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35J"/>
              </a:rPr>
              <a:t>The Chosen App: </a:t>
            </a:r>
            <a:r>
              <a:rPr lang="en-US" sz="4999" b="1" spc="333" dirty="0" err="1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35J"/>
              </a:rPr>
              <a:t>Kandean</a:t>
            </a:r>
            <a:endParaRPr lang="en-US" sz="4999" b="1" spc="333" dirty="0">
              <a:solidFill>
                <a:srgbClr val="000000"/>
              </a:solidFill>
              <a:latin typeface="Arial Black" panose="020B0A04020102020204" pitchFamily="34" charset="0"/>
              <a:ea typeface="字由点字典黑 35J"/>
              <a:sym typeface="字由点字典黑 35J"/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F8F4A346-65F5-19C5-D8B7-ADE3E63CF0C6}"/>
              </a:ext>
            </a:extLst>
          </p:cNvPr>
          <p:cNvGrpSpPr/>
          <p:nvPr/>
        </p:nvGrpSpPr>
        <p:grpSpPr>
          <a:xfrm>
            <a:off x="1047370" y="1866901"/>
            <a:ext cx="16631030" cy="5515921"/>
            <a:chOff x="1047370" y="1866901"/>
            <a:chExt cx="16631030" cy="5715000"/>
          </a:xfrm>
        </p:grpSpPr>
        <p:sp>
          <p:nvSpPr>
            <p:cNvPr id="60" name="Freeform 60"/>
            <p:cNvSpPr/>
            <p:nvPr/>
          </p:nvSpPr>
          <p:spPr>
            <a:xfrm>
              <a:off x="1047370" y="1866901"/>
              <a:ext cx="11544300" cy="5715000"/>
            </a:xfrm>
            <a:custGeom>
              <a:avLst/>
              <a:gdLst/>
              <a:ahLst/>
              <a:cxnLst/>
              <a:rect l="l" t="t" r="r" b="b"/>
              <a:pathLst>
                <a:path w="9356968" h="4532484">
                  <a:moveTo>
                    <a:pt x="0" y="0"/>
                  </a:moveTo>
                  <a:lnTo>
                    <a:pt x="9356968" y="0"/>
                  </a:lnTo>
                  <a:lnTo>
                    <a:pt x="9356968" y="4532484"/>
                  </a:lnTo>
                  <a:lnTo>
                    <a:pt x="0" y="4532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06" t="-15067" r="-3287" b="-19746"/>
              </a:stretch>
            </a:blipFill>
          </p:spPr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5DD7F8C6-B759-1413-F7A7-7B0788571358}"/>
                </a:ext>
              </a:extLst>
            </p:cNvPr>
            <p:cNvSpPr txBox="1"/>
            <p:nvPr/>
          </p:nvSpPr>
          <p:spPr>
            <a:xfrm>
              <a:off x="12877800" y="2785409"/>
              <a:ext cx="48006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400" dirty="0"/>
                <a:t>A beautiful UI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400" dirty="0"/>
                <a:t>Share recipes like Instagram, you can like and comment, and receive notifications when someone like</a:t>
              </a:r>
              <a:r>
                <a:rPr lang="en-US" altLang="zh-CN" sz="2400" dirty="0"/>
                <a:t>s</a:t>
              </a:r>
              <a:r>
                <a:rPr lang="en-GB" sz="2400" dirty="0"/>
                <a:t> or comments on your post</a:t>
              </a: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619AF5DC-9159-B128-7169-9F6BF5BD2498}"/>
              </a:ext>
            </a:extLst>
          </p:cNvPr>
          <p:cNvGrpSpPr/>
          <p:nvPr/>
        </p:nvGrpSpPr>
        <p:grpSpPr>
          <a:xfrm>
            <a:off x="1681042" y="4991100"/>
            <a:ext cx="15187583" cy="5139873"/>
            <a:chOff x="1681042" y="4991100"/>
            <a:chExt cx="15187583" cy="5139873"/>
          </a:xfrm>
        </p:grpSpPr>
        <p:sp>
          <p:nvSpPr>
            <p:cNvPr id="61" name="Freeform 61"/>
            <p:cNvSpPr/>
            <p:nvPr/>
          </p:nvSpPr>
          <p:spPr>
            <a:xfrm>
              <a:off x="6819520" y="4991100"/>
              <a:ext cx="10049105" cy="4857437"/>
            </a:xfrm>
            <a:custGeom>
              <a:avLst/>
              <a:gdLst/>
              <a:ahLst/>
              <a:cxnLst/>
              <a:rect l="l" t="t" r="r" b="b"/>
              <a:pathLst>
                <a:path w="8922793" h="4333467">
                  <a:moveTo>
                    <a:pt x="0" y="0"/>
                  </a:moveTo>
                  <a:lnTo>
                    <a:pt x="8922793" y="0"/>
                  </a:lnTo>
                  <a:lnTo>
                    <a:pt x="8922793" y="4333467"/>
                  </a:lnTo>
                  <a:lnTo>
                    <a:pt x="0" y="4333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392" t="-18410" r="-4625" b="-20320"/>
              </a:stretch>
            </a:blipFill>
          </p:spPr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0EFE8DBA-7F7B-E8C7-E27B-11EA8D3CD662}"/>
                </a:ext>
              </a:extLst>
            </p:cNvPr>
            <p:cNvSpPr txBox="1"/>
            <p:nvPr/>
          </p:nvSpPr>
          <p:spPr>
            <a:xfrm>
              <a:off x="1681042" y="7453317"/>
              <a:ext cx="4867515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400" dirty="0"/>
                <a:t>Edit </a:t>
              </a:r>
              <a:r>
                <a:rPr lang="en-US" altLang="zh-CN" sz="2400" dirty="0"/>
                <a:t>your own </a:t>
              </a:r>
              <a:r>
                <a:rPr lang="en-GB" sz="2400" dirty="0"/>
                <a:t>recipes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400" dirty="0"/>
                <a:t>Search recipes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400" dirty="0"/>
                <a:t>Suggest the trending recipes or popular categories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400" dirty="0"/>
                <a:t>Support QR Code scanning to find recipes and user accounts</a:t>
              </a:r>
            </a:p>
            <a:p>
              <a:endParaRPr lang="en-GB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40000"/>
            </a:blip>
            <a:srcRect t="8126" b="8126"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6954208" y="8364092"/>
            <a:ext cx="85606" cy="85607"/>
            <a:chOff x="0" y="0"/>
            <a:chExt cx="114142" cy="1141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125419" y="8364092"/>
            <a:ext cx="85606" cy="85607"/>
            <a:chOff x="0" y="0"/>
            <a:chExt cx="114142" cy="1141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7296630" y="8364092"/>
            <a:ext cx="85606" cy="85607"/>
            <a:chOff x="0" y="0"/>
            <a:chExt cx="114142" cy="1141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7467842" y="8364092"/>
            <a:ext cx="85606" cy="85607"/>
            <a:chOff x="0" y="0"/>
            <a:chExt cx="114142" cy="1141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954208" y="8535303"/>
            <a:ext cx="85606" cy="85607"/>
            <a:chOff x="0" y="0"/>
            <a:chExt cx="114142" cy="1141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7125419" y="8535303"/>
            <a:ext cx="85606" cy="85607"/>
            <a:chOff x="0" y="0"/>
            <a:chExt cx="114142" cy="1141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296630" y="8535303"/>
            <a:ext cx="85606" cy="85607"/>
            <a:chOff x="0" y="0"/>
            <a:chExt cx="114142" cy="1141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7467842" y="8535303"/>
            <a:ext cx="85606" cy="85607"/>
            <a:chOff x="0" y="0"/>
            <a:chExt cx="114142" cy="11414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6954208" y="8706515"/>
            <a:ext cx="85606" cy="85607"/>
            <a:chOff x="0" y="0"/>
            <a:chExt cx="114142" cy="11414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7125419" y="8706515"/>
            <a:ext cx="85606" cy="85607"/>
            <a:chOff x="0" y="0"/>
            <a:chExt cx="114142" cy="1141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7296630" y="8706515"/>
            <a:ext cx="85606" cy="85607"/>
            <a:chOff x="0" y="0"/>
            <a:chExt cx="114142" cy="1141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7467842" y="8706515"/>
            <a:ext cx="85606" cy="85607"/>
            <a:chOff x="0" y="0"/>
            <a:chExt cx="114142" cy="11414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6954208" y="8877726"/>
            <a:ext cx="85606" cy="85607"/>
            <a:chOff x="0" y="0"/>
            <a:chExt cx="114142" cy="1141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7125419" y="8877726"/>
            <a:ext cx="85606" cy="85607"/>
            <a:chOff x="0" y="0"/>
            <a:chExt cx="114142" cy="11414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7296630" y="8877726"/>
            <a:ext cx="85606" cy="85607"/>
            <a:chOff x="0" y="0"/>
            <a:chExt cx="114142" cy="11414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7467842" y="8877726"/>
            <a:ext cx="85606" cy="85607"/>
            <a:chOff x="0" y="0"/>
            <a:chExt cx="114142" cy="11414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6954208" y="9048937"/>
            <a:ext cx="85606" cy="85607"/>
            <a:chOff x="0" y="0"/>
            <a:chExt cx="114142" cy="11414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7125419" y="9048937"/>
            <a:ext cx="85606" cy="85607"/>
            <a:chOff x="0" y="0"/>
            <a:chExt cx="114142" cy="11414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7296630" y="9048937"/>
            <a:ext cx="85606" cy="85607"/>
            <a:chOff x="0" y="0"/>
            <a:chExt cx="114142" cy="11414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7467842" y="9048937"/>
            <a:ext cx="85606" cy="85607"/>
            <a:chOff x="0" y="0"/>
            <a:chExt cx="114142" cy="11414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6954208" y="9220149"/>
            <a:ext cx="85606" cy="85607"/>
            <a:chOff x="0" y="0"/>
            <a:chExt cx="114142" cy="11414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7125419" y="9220149"/>
            <a:ext cx="85606" cy="85607"/>
            <a:chOff x="0" y="0"/>
            <a:chExt cx="114142" cy="11414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7296630" y="9220149"/>
            <a:ext cx="85606" cy="85607"/>
            <a:chOff x="0" y="0"/>
            <a:chExt cx="114142" cy="11414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7467842" y="9220149"/>
            <a:ext cx="85606" cy="85607"/>
            <a:chOff x="0" y="0"/>
            <a:chExt cx="114142" cy="11414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16954208" y="9391360"/>
            <a:ext cx="85606" cy="85607"/>
            <a:chOff x="0" y="0"/>
            <a:chExt cx="114142" cy="11414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7125419" y="9391360"/>
            <a:ext cx="85606" cy="85607"/>
            <a:chOff x="0" y="0"/>
            <a:chExt cx="114142" cy="11414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7296630" y="9391360"/>
            <a:ext cx="85606" cy="85607"/>
            <a:chOff x="0" y="0"/>
            <a:chExt cx="114142" cy="11414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7467842" y="9391360"/>
            <a:ext cx="85606" cy="85607"/>
            <a:chOff x="0" y="0"/>
            <a:chExt cx="114142" cy="11414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1" name="TextBox 61"/>
          <p:cNvSpPr txBox="1"/>
          <p:nvPr/>
        </p:nvSpPr>
        <p:spPr>
          <a:xfrm>
            <a:off x="3124200" y="957130"/>
            <a:ext cx="12335404" cy="1034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35J"/>
              </a:rPr>
              <a:t>Newly Added Pages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574C698F-BD97-92FC-984B-1BEE3DAA05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404963"/>
            <a:ext cx="13576469" cy="7468718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6BBBAF44-1A6B-3E39-A2E4-41263C415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996414"/>
            <a:ext cx="12883896" cy="70877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6954208" y="8364092"/>
            <a:ext cx="85606" cy="85607"/>
            <a:chOff x="0" y="0"/>
            <a:chExt cx="114142" cy="1141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125419" y="8364092"/>
            <a:ext cx="85606" cy="85607"/>
            <a:chOff x="0" y="0"/>
            <a:chExt cx="114142" cy="1141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7296630" y="8364092"/>
            <a:ext cx="85606" cy="85607"/>
            <a:chOff x="0" y="0"/>
            <a:chExt cx="114142" cy="1141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7467842" y="8364092"/>
            <a:ext cx="85606" cy="85607"/>
            <a:chOff x="0" y="0"/>
            <a:chExt cx="114142" cy="1141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954208" y="8535303"/>
            <a:ext cx="85606" cy="85607"/>
            <a:chOff x="0" y="0"/>
            <a:chExt cx="114142" cy="1141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7125419" y="8535303"/>
            <a:ext cx="85606" cy="85607"/>
            <a:chOff x="0" y="0"/>
            <a:chExt cx="114142" cy="1141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296630" y="8535303"/>
            <a:ext cx="85606" cy="85607"/>
            <a:chOff x="0" y="0"/>
            <a:chExt cx="114142" cy="1141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7467842" y="8535303"/>
            <a:ext cx="85606" cy="85607"/>
            <a:chOff x="0" y="0"/>
            <a:chExt cx="114142" cy="11414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6954208" y="8706515"/>
            <a:ext cx="85606" cy="85607"/>
            <a:chOff x="0" y="0"/>
            <a:chExt cx="114142" cy="11414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7125419" y="8706515"/>
            <a:ext cx="85606" cy="85607"/>
            <a:chOff x="0" y="0"/>
            <a:chExt cx="114142" cy="1141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7296630" y="8706515"/>
            <a:ext cx="85606" cy="85607"/>
            <a:chOff x="0" y="0"/>
            <a:chExt cx="114142" cy="1141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7467842" y="8706515"/>
            <a:ext cx="85606" cy="85607"/>
            <a:chOff x="0" y="0"/>
            <a:chExt cx="114142" cy="11414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6954208" y="8877726"/>
            <a:ext cx="85606" cy="85607"/>
            <a:chOff x="0" y="0"/>
            <a:chExt cx="114142" cy="1141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7125419" y="8877726"/>
            <a:ext cx="85606" cy="85607"/>
            <a:chOff x="0" y="0"/>
            <a:chExt cx="114142" cy="11414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7296630" y="8877726"/>
            <a:ext cx="85606" cy="85607"/>
            <a:chOff x="0" y="0"/>
            <a:chExt cx="114142" cy="11414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7467842" y="8877726"/>
            <a:ext cx="85606" cy="85607"/>
            <a:chOff x="0" y="0"/>
            <a:chExt cx="114142" cy="11414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6954208" y="9048937"/>
            <a:ext cx="85606" cy="85607"/>
            <a:chOff x="0" y="0"/>
            <a:chExt cx="114142" cy="11414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7125419" y="9048937"/>
            <a:ext cx="85606" cy="85607"/>
            <a:chOff x="0" y="0"/>
            <a:chExt cx="114142" cy="11414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7296630" y="9048937"/>
            <a:ext cx="85606" cy="85607"/>
            <a:chOff x="0" y="0"/>
            <a:chExt cx="114142" cy="11414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7467842" y="9048937"/>
            <a:ext cx="85606" cy="85607"/>
            <a:chOff x="0" y="0"/>
            <a:chExt cx="114142" cy="11414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6954208" y="9220149"/>
            <a:ext cx="85606" cy="85607"/>
            <a:chOff x="0" y="0"/>
            <a:chExt cx="114142" cy="11414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7125419" y="9220149"/>
            <a:ext cx="85606" cy="85607"/>
            <a:chOff x="0" y="0"/>
            <a:chExt cx="114142" cy="11414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7296630" y="9220149"/>
            <a:ext cx="85606" cy="85607"/>
            <a:chOff x="0" y="0"/>
            <a:chExt cx="114142" cy="11414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7467842" y="9220149"/>
            <a:ext cx="85606" cy="85607"/>
            <a:chOff x="0" y="0"/>
            <a:chExt cx="114142" cy="11414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16954208" y="9391360"/>
            <a:ext cx="85606" cy="85607"/>
            <a:chOff x="0" y="0"/>
            <a:chExt cx="114142" cy="11414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7125419" y="9391360"/>
            <a:ext cx="85606" cy="85607"/>
            <a:chOff x="0" y="0"/>
            <a:chExt cx="114142" cy="11414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7296630" y="9391360"/>
            <a:ext cx="85606" cy="85607"/>
            <a:chOff x="0" y="0"/>
            <a:chExt cx="114142" cy="11414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7467842" y="9391360"/>
            <a:ext cx="85606" cy="85607"/>
            <a:chOff x="0" y="0"/>
            <a:chExt cx="114142" cy="11414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sp>
        <p:nvSpPr>
          <p:cNvPr id="62" name="Freeform 62"/>
          <p:cNvSpPr/>
          <p:nvPr/>
        </p:nvSpPr>
        <p:spPr>
          <a:xfrm>
            <a:off x="2622740" y="5793490"/>
            <a:ext cx="860191" cy="860191"/>
          </a:xfrm>
          <a:custGeom>
            <a:avLst/>
            <a:gdLst/>
            <a:ahLst/>
            <a:cxnLst/>
            <a:rect l="l" t="t" r="r" b="b"/>
            <a:pathLst>
              <a:path w="860191" h="860191">
                <a:moveTo>
                  <a:pt x="0" y="0"/>
                </a:moveTo>
                <a:lnTo>
                  <a:pt x="860191" y="0"/>
                </a:lnTo>
                <a:lnTo>
                  <a:pt x="860191" y="860191"/>
                </a:lnTo>
                <a:lnTo>
                  <a:pt x="0" y="8601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3" name="TextBox 63"/>
          <p:cNvSpPr txBox="1"/>
          <p:nvPr/>
        </p:nvSpPr>
        <p:spPr>
          <a:xfrm>
            <a:off x="1869312" y="6996581"/>
            <a:ext cx="236704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字由点字典黑 75J"/>
                <a:ea typeface="字由点字典黑 75J"/>
                <a:cs typeface="字由点字典黑 75J"/>
                <a:sym typeface="字由点字典黑 75J"/>
              </a:rPr>
              <a:t>WEEK 2</a:t>
            </a:r>
          </a:p>
        </p:txBody>
      </p:sp>
      <p:sp>
        <p:nvSpPr>
          <p:cNvPr id="64" name="Freeform 64"/>
          <p:cNvSpPr/>
          <p:nvPr/>
        </p:nvSpPr>
        <p:spPr>
          <a:xfrm>
            <a:off x="6628793" y="3245084"/>
            <a:ext cx="860191" cy="860191"/>
          </a:xfrm>
          <a:custGeom>
            <a:avLst/>
            <a:gdLst/>
            <a:ahLst/>
            <a:cxnLst/>
            <a:rect l="l" t="t" r="r" b="b"/>
            <a:pathLst>
              <a:path w="860191" h="860191">
                <a:moveTo>
                  <a:pt x="0" y="0"/>
                </a:moveTo>
                <a:lnTo>
                  <a:pt x="860191" y="0"/>
                </a:lnTo>
                <a:lnTo>
                  <a:pt x="860191" y="860191"/>
                </a:lnTo>
                <a:lnTo>
                  <a:pt x="0" y="8601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5" name="Freeform 65"/>
          <p:cNvSpPr/>
          <p:nvPr/>
        </p:nvSpPr>
        <p:spPr>
          <a:xfrm>
            <a:off x="10575327" y="5766778"/>
            <a:ext cx="984482" cy="860191"/>
          </a:xfrm>
          <a:custGeom>
            <a:avLst/>
            <a:gdLst/>
            <a:ahLst/>
            <a:cxnLst/>
            <a:rect l="l" t="t" r="r" b="b"/>
            <a:pathLst>
              <a:path w="984482" h="860191">
                <a:moveTo>
                  <a:pt x="0" y="0"/>
                </a:moveTo>
                <a:lnTo>
                  <a:pt x="984482" y="0"/>
                </a:lnTo>
                <a:lnTo>
                  <a:pt x="984482" y="860191"/>
                </a:lnTo>
                <a:lnTo>
                  <a:pt x="0" y="8601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6" name="Freeform 66"/>
          <p:cNvSpPr/>
          <p:nvPr/>
        </p:nvSpPr>
        <p:spPr>
          <a:xfrm>
            <a:off x="14518573" y="3121259"/>
            <a:ext cx="890970" cy="860191"/>
          </a:xfrm>
          <a:custGeom>
            <a:avLst/>
            <a:gdLst/>
            <a:ahLst/>
            <a:cxnLst/>
            <a:rect l="l" t="t" r="r" b="b"/>
            <a:pathLst>
              <a:path w="890970" h="860191">
                <a:moveTo>
                  <a:pt x="0" y="0"/>
                </a:moveTo>
                <a:lnTo>
                  <a:pt x="890970" y="0"/>
                </a:lnTo>
                <a:lnTo>
                  <a:pt x="890970" y="860191"/>
                </a:lnTo>
                <a:lnTo>
                  <a:pt x="0" y="8601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67" name="TextBox 67"/>
          <p:cNvSpPr txBox="1"/>
          <p:nvPr/>
        </p:nvSpPr>
        <p:spPr>
          <a:xfrm>
            <a:off x="1790700" y="1067129"/>
            <a:ext cx="5698285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Timeline</a:t>
            </a:r>
          </a:p>
        </p:txBody>
      </p:sp>
      <p:sp>
        <p:nvSpPr>
          <p:cNvPr id="68" name="AutoShape 68"/>
          <p:cNvSpPr/>
          <p:nvPr/>
        </p:nvSpPr>
        <p:spPr>
          <a:xfrm>
            <a:off x="1028700" y="5305425"/>
            <a:ext cx="16524748" cy="0"/>
          </a:xfrm>
          <a:prstGeom prst="line">
            <a:avLst/>
          </a:prstGeom>
          <a:ln w="19050" cap="rnd">
            <a:solidFill>
              <a:srgbClr val="04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9" name="Group 69"/>
          <p:cNvGrpSpPr/>
          <p:nvPr/>
        </p:nvGrpSpPr>
        <p:grpSpPr>
          <a:xfrm>
            <a:off x="6912411" y="5158948"/>
            <a:ext cx="292955" cy="292955"/>
            <a:chOff x="0" y="0"/>
            <a:chExt cx="847022" cy="84702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46963" cy="846963"/>
            </a:xfrm>
            <a:custGeom>
              <a:avLst/>
              <a:gdLst/>
              <a:ahLst/>
              <a:cxnLst/>
              <a:rect l="l" t="t" r="r" b="b"/>
              <a:pathLst>
                <a:path w="846963" h="846963">
                  <a:moveTo>
                    <a:pt x="0" y="423545"/>
                  </a:moveTo>
                  <a:lnTo>
                    <a:pt x="423545" y="0"/>
                  </a:lnTo>
                  <a:lnTo>
                    <a:pt x="846963" y="423545"/>
                  </a:lnTo>
                  <a:lnTo>
                    <a:pt x="423545" y="846963"/>
                  </a:lnTo>
                  <a:close/>
                </a:path>
              </a:pathLst>
            </a:custGeom>
            <a:solidFill>
              <a:srgbClr val="040000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2906358" y="5158948"/>
            <a:ext cx="292955" cy="292955"/>
            <a:chOff x="0" y="0"/>
            <a:chExt cx="847022" cy="84702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846963" cy="846963"/>
            </a:xfrm>
            <a:custGeom>
              <a:avLst/>
              <a:gdLst/>
              <a:ahLst/>
              <a:cxnLst/>
              <a:rect l="l" t="t" r="r" b="b"/>
              <a:pathLst>
                <a:path w="846963" h="846963">
                  <a:moveTo>
                    <a:pt x="0" y="423545"/>
                  </a:moveTo>
                  <a:lnTo>
                    <a:pt x="423545" y="0"/>
                  </a:lnTo>
                  <a:lnTo>
                    <a:pt x="846963" y="423545"/>
                  </a:lnTo>
                  <a:lnTo>
                    <a:pt x="423545" y="846963"/>
                  </a:lnTo>
                  <a:close/>
                </a:path>
              </a:pathLst>
            </a:custGeom>
            <a:solidFill>
              <a:srgbClr val="040000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10922927" y="5158948"/>
            <a:ext cx="292955" cy="292955"/>
            <a:chOff x="0" y="0"/>
            <a:chExt cx="847022" cy="84702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846963" cy="846963"/>
            </a:xfrm>
            <a:custGeom>
              <a:avLst/>
              <a:gdLst/>
              <a:ahLst/>
              <a:cxnLst/>
              <a:rect l="l" t="t" r="r" b="b"/>
              <a:pathLst>
                <a:path w="846963" h="846963">
                  <a:moveTo>
                    <a:pt x="0" y="423545"/>
                  </a:moveTo>
                  <a:lnTo>
                    <a:pt x="423545" y="0"/>
                  </a:lnTo>
                  <a:lnTo>
                    <a:pt x="846963" y="423545"/>
                  </a:lnTo>
                  <a:lnTo>
                    <a:pt x="423545" y="846963"/>
                  </a:lnTo>
                  <a:close/>
                </a:path>
              </a:pathLst>
            </a:custGeom>
            <a:solidFill>
              <a:srgbClr val="040000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14934756" y="5158948"/>
            <a:ext cx="292955" cy="292955"/>
            <a:chOff x="0" y="0"/>
            <a:chExt cx="847022" cy="84702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846963" cy="846963"/>
            </a:xfrm>
            <a:custGeom>
              <a:avLst/>
              <a:gdLst/>
              <a:ahLst/>
              <a:cxnLst/>
              <a:rect l="l" t="t" r="r" b="b"/>
              <a:pathLst>
                <a:path w="846963" h="846963">
                  <a:moveTo>
                    <a:pt x="0" y="423545"/>
                  </a:moveTo>
                  <a:lnTo>
                    <a:pt x="423545" y="0"/>
                  </a:lnTo>
                  <a:lnTo>
                    <a:pt x="846963" y="423545"/>
                  </a:lnTo>
                  <a:lnTo>
                    <a:pt x="423545" y="846963"/>
                  </a:lnTo>
                  <a:close/>
                </a:path>
              </a:pathLst>
            </a:custGeom>
            <a:solidFill>
              <a:srgbClr val="040000"/>
            </a:solidFill>
          </p:spPr>
        </p:sp>
      </p:grpSp>
      <p:sp>
        <p:nvSpPr>
          <p:cNvPr id="77" name="TextBox 77"/>
          <p:cNvSpPr txBox="1"/>
          <p:nvPr/>
        </p:nvSpPr>
        <p:spPr>
          <a:xfrm>
            <a:off x="1028700" y="3551354"/>
            <a:ext cx="4300608" cy="1343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000" b="1" spc="133" dirty="0">
                <a:solidFill>
                  <a:srgbClr val="00000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Set up the new basic pages and layout of the digital fridge page on the main page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639842" y="5718602"/>
            <a:ext cx="5055539" cy="1340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000" b="1" spc="133" dirty="0">
                <a:solidFill>
                  <a:srgbClr val="00000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Add an API that enables users to scan barcodes or upload receipts and an API that has an expiring time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8478520" y="3425399"/>
            <a:ext cx="5230428" cy="1340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000" b="1" spc="132" dirty="0">
                <a:solidFill>
                  <a:srgbClr val="00000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Set up the push </a:t>
            </a:r>
            <a:r>
              <a:rPr lang="en-US" sz="2000" b="1" spc="133" dirty="0">
                <a:solidFill>
                  <a:srgbClr val="00000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notifications, set up the expiration-date-reminder related pages and items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2915212" y="5669665"/>
            <a:ext cx="4424221" cy="1340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000" b="1" spc="132" dirty="0">
                <a:solidFill>
                  <a:srgbClr val="00000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Fine-tune the UI and test the functions, try to add more functions if enough time is left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875365" y="4362450"/>
            <a:ext cx="236704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字由点字典黑 75J"/>
                <a:ea typeface="字由点字典黑 75J"/>
                <a:cs typeface="字由点字典黑 75J"/>
                <a:sym typeface="字由点字典黑 75J"/>
              </a:rPr>
              <a:t>WEEK 4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885881" y="6893211"/>
            <a:ext cx="236704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字由点字典黑 75J"/>
                <a:ea typeface="字由点字典黑 75J"/>
                <a:cs typeface="字由点字典黑 75J"/>
                <a:sym typeface="字由点字典黑 75J"/>
              </a:rPr>
              <a:t>WEEK 7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3897710" y="4362450"/>
            <a:ext cx="236704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字由点字典黑 75J"/>
                <a:ea typeface="字由点字典黑 75J"/>
                <a:cs typeface="字由点字典黑 75J"/>
                <a:sym typeface="字由点字典黑 75J"/>
              </a:rPr>
              <a:t>WEEK 9</a:t>
            </a:r>
          </a:p>
        </p:txBody>
      </p:sp>
      <p:sp>
        <p:nvSpPr>
          <p:cNvPr id="84" name="Freeform 28">
            <a:extLst>
              <a:ext uri="{FF2B5EF4-FFF2-40B4-BE49-F238E27FC236}">
                <a16:creationId xmlns:a16="http://schemas.microsoft.com/office/drawing/2014/main" id="{AB2F3649-7BE0-5981-A438-5083BBFCA784}"/>
              </a:ext>
            </a:extLst>
          </p:cNvPr>
          <p:cNvSpPr/>
          <p:nvPr/>
        </p:nvSpPr>
        <p:spPr>
          <a:xfrm rot="736078">
            <a:off x="4279901" y="4539328"/>
            <a:ext cx="963180" cy="915952"/>
          </a:xfrm>
          <a:custGeom>
            <a:avLst/>
            <a:gdLst/>
            <a:ahLst/>
            <a:cxnLst/>
            <a:rect l="l" t="t" r="r" b="b"/>
            <a:pathLst>
              <a:path w="963180" h="915952">
                <a:moveTo>
                  <a:pt x="0" y="0"/>
                </a:moveTo>
                <a:lnTo>
                  <a:pt x="963180" y="0"/>
                </a:lnTo>
                <a:lnTo>
                  <a:pt x="963180" y="915952"/>
                </a:lnTo>
                <a:lnTo>
                  <a:pt x="0" y="91595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0C18-D14B-E0DB-C200-7D1B3479C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4837E40-1C48-DE7A-0425-3F3500494219}"/>
              </a:ext>
            </a:extLst>
          </p:cNvPr>
          <p:cNvGrpSpPr/>
          <p:nvPr/>
        </p:nvGrpSpPr>
        <p:grpSpPr>
          <a:xfrm>
            <a:off x="-16790" y="0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12C60A10-7652-1643-C65F-6CBF9ADAA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40000"/>
            </a:blip>
            <a:srcRect t="8126" b="8126"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12D11E9-EF09-7358-42B4-01A241F22A93}"/>
              </a:ext>
            </a:extLst>
          </p:cNvPr>
          <p:cNvGrpSpPr/>
          <p:nvPr/>
        </p:nvGrpSpPr>
        <p:grpSpPr>
          <a:xfrm>
            <a:off x="16954208" y="8364092"/>
            <a:ext cx="85606" cy="85607"/>
            <a:chOff x="0" y="0"/>
            <a:chExt cx="114142" cy="11414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A50651F-AA3B-6203-EAD5-51D2353F49AE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F732180-7106-8366-5B84-657E913CABA4}"/>
              </a:ext>
            </a:extLst>
          </p:cNvPr>
          <p:cNvGrpSpPr/>
          <p:nvPr/>
        </p:nvGrpSpPr>
        <p:grpSpPr>
          <a:xfrm>
            <a:off x="17125419" y="8364092"/>
            <a:ext cx="85606" cy="85607"/>
            <a:chOff x="0" y="0"/>
            <a:chExt cx="114142" cy="11414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AF7CDEA-9214-1726-270F-DA1F78FA7354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B0BB042-A25C-36D8-A1A6-EBA5FD0096C8}"/>
              </a:ext>
            </a:extLst>
          </p:cNvPr>
          <p:cNvGrpSpPr/>
          <p:nvPr/>
        </p:nvGrpSpPr>
        <p:grpSpPr>
          <a:xfrm>
            <a:off x="17296630" y="8364092"/>
            <a:ext cx="85606" cy="85607"/>
            <a:chOff x="0" y="0"/>
            <a:chExt cx="114142" cy="11414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51F7A0B-AEB2-EFF0-0C23-D58DC095B8DF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773F64E-1A31-33C2-5B5F-531E3B9CC888}"/>
              </a:ext>
            </a:extLst>
          </p:cNvPr>
          <p:cNvGrpSpPr/>
          <p:nvPr/>
        </p:nvGrpSpPr>
        <p:grpSpPr>
          <a:xfrm>
            <a:off x="17467842" y="8364092"/>
            <a:ext cx="85606" cy="85607"/>
            <a:chOff x="0" y="0"/>
            <a:chExt cx="114142" cy="114142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C2DA67E-62DF-E32D-D3A3-C47FCECE0D22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4B2E737-BA19-EC8E-D9D7-5E4C83242EC7}"/>
              </a:ext>
            </a:extLst>
          </p:cNvPr>
          <p:cNvGrpSpPr/>
          <p:nvPr/>
        </p:nvGrpSpPr>
        <p:grpSpPr>
          <a:xfrm>
            <a:off x="16954208" y="8535303"/>
            <a:ext cx="85606" cy="85607"/>
            <a:chOff x="0" y="0"/>
            <a:chExt cx="114142" cy="114142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6A1D1F8-B6BA-F8F9-0A42-4B798BA5998E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EEE7896B-1B32-A21E-BAFB-5D02C4B8D08B}"/>
              </a:ext>
            </a:extLst>
          </p:cNvPr>
          <p:cNvGrpSpPr/>
          <p:nvPr/>
        </p:nvGrpSpPr>
        <p:grpSpPr>
          <a:xfrm>
            <a:off x="17125419" y="8535303"/>
            <a:ext cx="85606" cy="85607"/>
            <a:chOff x="0" y="0"/>
            <a:chExt cx="114142" cy="114142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B3083F1-20C5-DAB8-3382-5B304A75F93D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03C806F1-DE2E-9E16-D073-322F5172A2AF}"/>
              </a:ext>
            </a:extLst>
          </p:cNvPr>
          <p:cNvGrpSpPr/>
          <p:nvPr/>
        </p:nvGrpSpPr>
        <p:grpSpPr>
          <a:xfrm>
            <a:off x="17296630" y="8535303"/>
            <a:ext cx="85606" cy="85607"/>
            <a:chOff x="0" y="0"/>
            <a:chExt cx="114142" cy="114142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9CD4D69-D2E1-BDCB-3EE5-97EB4A65AB5D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729D1120-9C3B-F64F-5B0F-35C3345E7068}"/>
              </a:ext>
            </a:extLst>
          </p:cNvPr>
          <p:cNvGrpSpPr/>
          <p:nvPr/>
        </p:nvGrpSpPr>
        <p:grpSpPr>
          <a:xfrm>
            <a:off x="17467842" y="8535303"/>
            <a:ext cx="85606" cy="85607"/>
            <a:chOff x="0" y="0"/>
            <a:chExt cx="114142" cy="114142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6813C45-4A5B-482B-0FC1-AFD92C731AB4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29985D5A-0E36-2126-70B6-A9908E82597C}"/>
              </a:ext>
            </a:extLst>
          </p:cNvPr>
          <p:cNvGrpSpPr/>
          <p:nvPr/>
        </p:nvGrpSpPr>
        <p:grpSpPr>
          <a:xfrm>
            <a:off x="16954208" y="8706515"/>
            <a:ext cx="85606" cy="85607"/>
            <a:chOff x="0" y="0"/>
            <a:chExt cx="114142" cy="114142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CAC0E55-3F12-9D24-9DB0-59BD9A6C1EF3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8D844E9-44FB-CC02-82DC-BDC2B9C16009}"/>
              </a:ext>
            </a:extLst>
          </p:cNvPr>
          <p:cNvGrpSpPr/>
          <p:nvPr/>
        </p:nvGrpSpPr>
        <p:grpSpPr>
          <a:xfrm>
            <a:off x="17125419" y="8706515"/>
            <a:ext cx="85606" cy="85607"/>
            <a:chOff x="0" y="0"/>
            <a:chExt cx="114142" cy="114142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6810F86-9752-B50D-3146-1C20D39C1370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24AF3ED6-966D-F537-705C-E5787EF13309}"/>
              </a:ext>
            </a:extLst>
          </p:cNvPr>
          <p:cNvGrpSpPr/>
          <p:nvPr/>
        </p:nvGrpSpPr>
        <p:grpSpPr>
          <a:xfrm>
            <a:off x="17296630" y="8706515"/>
            <a:ext cx="85606" cy="85607"/>
            <a:chOff x="0" y="0"/>
            <a:chExt cx="114142" cy="114142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939F0CCA-4F03-F3D7-F768-42B92D561A7C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6DF82F7C-D2E6-BCED-8AE2-4B8ECB2B3EC9}"/>
              </a:ext>
            </a:extLst>
          </p:cNvPr>
          <p:cNvGrpSpPr/>
          <p:nvPr/>
        </p:nvGrpSpPr>
        <p:grpSpPr>
          <a:xfrm>
            <a:off x="17467842" y="8706515"/>
            <a:ext cx="85606" cy="85607"/>
            <a:chOff x="0" y="0"/>
            <a:chExt cx="114142" cy="114142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9236876E-57A8-DA25-E3C2-812B14621413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155752E-89D1-0075-8115-E3B20C3414A9}"/>
              </a:ext>
            </a:extLst>
          </p:cNvPr>
          <p:cNvGrpSpPr/>
          <p:nvPr/>
        </p:nvGrpSpPr>
        <p:grpSpPr>
          <a:xfrm>
            <a:off x="16954208" y="8877726"/>
            <a:ext cx="85606" cy="85607"/>
            <a:chOff x="0" y="0"/>
            <a:chExt cx="114142" cy="114142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F36C037C-884F-922F-8080-8580D83E08A2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D43F6FD0-64FB-E8F7-9805-0B4A9CE95466}"/>
              </a:ext>
            </a:extLst>
          </p:cNvPr>
          <p:cNvGrpSpPr/>
          <p:nvPr/>
        </p:nvGrpSpPr>
        <p:grpSpPr>
          <a:xfrm>
            <a:off x="17125419" y="8877726"/>
            <a:ext cx="85606" cy="85607"/>
            <a:chOff x="0" y="0"/>
            <a:chExt cx="114142" cy="114142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9D858569-1514-48C4-B907-E399295B12B2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1E73D1AF-EB7D-C484-916D-B45E267FFF82}"/>
              </a:ext>
            </a:extLst>
          </p:cNvPr>
          <p:cNvGrpSpPr/>
          <p:nvPr/>
        </p:nvGrpSpPr>
        <p:grpSpPr>
          <a:xfrm>
            <a:off x="17296630" y="8877726"/>
            <a:ext cx="85606" cy="85607"/>
            <a:chOff x="0" y="0"/>
            <a:chExt cx="114142" cy="114142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3854C384-322E-F8ED-F2E6-37D961689B14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8F41DFAB-9302-31EA-409E-6FB903D52858}"/>
              </a:ext>
            </a:extLst>
          </p:cNvPr>
          <p:cNvGrpSpPr/>
          <p:nvPr/>
        </p:nvGrpSpPr>
        <p:grpSpPr>
          <a:xfrm>
            <a:off x="17467842" y="8877726"/>
            <a:ext cx="85606" cy="85607"/>
            <a:chOff x="0" y="0"/>
            <a:chExt cx="114142" cy="114142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3C39299F-7532-104B-3FF8-BAC34882782C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37BD205D-3681-B6CD-6EAE-223189B6F422}"/>
              </a:ext>
            </a:extLst>
          </p:cNvPr>
          <p:cNvGrpSpPr/>
          <p:nvPr/>
        </p:nvGrpSpPr>
        <p:grpSpPr>
          <a:xfrm>
            <a:off x="16954208" y="9048937"/>
            <a:ext cx="85606" cy="85607"/>
            <a:chOff x="0" y="0"/>
            <a:chExt cx="114142" cy="114142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C2F4919B-167E-9DC5-E24A-A2EBF2B2B04E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id="{9275E5D3-CDDB-8534-DBCB-08A2DAECD30B}"/>
              </a:ext>
            </a:extLst>
          </p:cNvPr>
          <p:cNvGrpSpPr/>
          <p:nvPr/>
        </p:nvGrpSpPr>
        <p:grpSpPr>
          <a:xfrm>
            <a:off x="17125419" y="9048937"/>
            <a:ext cx="85606" cy="85607"/>
            <a:chOff x="0" y="0"/>
            <a:chExt cx="114142" cy="114142"/>
          </a:xfrm>
        </p:grpSpPr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26AE4CAB-A720-4FA3-0185-E9DF9099B283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13CE8ECD-E1CC-A0B5-06C1-D3CFDAA5D4AB}"/>
              </a:ext>
            </a:extLst>
          </p:cNvPr>
          <p:cNvGrpSpPr/>
          <p:nvPr/>
        </p:nvGrpSpPr>
        <p:grpSpPr>
          <a:xfrm>
            <a:off x="17296630" y="9048937"/>
            <a:ext cx="85606" cy="85607"/>
            <a:chOff x="0" y="0"/>
            <a:chExt cx="114142" cy="114142"/>
          </a:xfrm>
        </p:grpSpPr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7AE2FD18-C83D-84CE-94BA-3074A8976717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8CE567CC-44A9-6E77-D1B2-EC5AC863820E}"/>
              </a:ext>
            </a:extLst>
          </p:cNvPr>
          <p:cNvGrpSpPr/>
          <p:nvPr/>
        </p:nvGrpSpPr>
        <p:grpSpPr>
          <a:xfrm>
            <a:off x="17467842" y="9048937"/>
            <a:ext cx="85606" cy="85607"/>
            <a:chOff x="0" y="0"/>
            <a:chExt cx="114142" cy="114142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7E0B87DF-D851-469E-6EE3-C0F1F1781F16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1F0F7AB4-DF75-376C-786F-7D8EBCC2250F}"/>
              </a:ext>
            </a:extLst>
          </p:cNvPr>
          <p:cNvGrpSpPr/>
          <p:nvPr/>
        </p:nvGrpSpPr>
        <p:grpSpPr>
          <a:xfrm>
            <a:off x="16954208" y="9220149"/>
            <a:ext cx="85606" cy="85607"/>
            <a:chOff x="0" y="0"/>
            <a:chExt cx="114142" cy="114142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54D655B8-7A8F-6F34-F79B-D085D0924223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>
            <a:extLst>
              <a:ext uri="{FF2B5EF4-FFF2-40B4-BE49-F238E27FC236}">
                <a16:creationId xmlns:a16="http://schemas.microsoft.com/office/drawing/2014/main" id="{B093F88A-EA76-0DF7-8FCF-C7A9F472B5CF}"/>
              </a:ext>
            </a:extLst>
          </p:cNvPr>
          <p:cNvGrpSpPr/>
          <p:nvPr/>
        </p:nvGrpSpPr>
        <p:grpSpPr>
          <a:xfrm>
            <a:off x="17125419" y="9220149"/>
            <a:ext cx="85606" cy="85607"/>
            <a:chOff x="0" y="0"/>
            <a:chExt cx="114142" cy="114142"/>
          </a:xfrm>
        </p:grpSpPr>
        <p:sp>
          <p:nvSpPr>
            <p:cNvPr id="47" name="Freeform 47">
              <a:extLst>
                <a:ext uri="{FF2B5EF4-FFF2-40B4-BE49-F238E27FC236}">
                  <a16:creationId xmlns:a16="http://schemas.microsoft.com/office/drawing/2014/main" id="{D3648F96-F30C-E8C2-8B8B-AF6364C09B2B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9CEE695C-3A01-38CC-7328-0B142E449F4B}"/>
              </a:ext>
            </a:extLst>
          </p:cNvPr>
          <p:cNvGrpSpPr/>
          <p:nvPr/>
        </p:nvGrpSpPr>
        <p:grpSpPr>
          <a:xfrm>
            <a:off x="17296630" y="9220149"/>
            <a:ext cx="85606" cy="85607"/>
            <a:chOff x="0" y="0"/>
            <a:chExt cx="114142" cy="114142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10E89DD5-F27A-E838-1A35-EF39EFD02819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0" name="Group 50">
            <a:extLst>
              <a:ext uri="{FF2B5EF4-FFF2-40B4-BE49-F238E27FC236}">
                <a16:creationId xmlns:a16="http://schemas.microsoft.com/office/drawing/2014/main" id="{C2F53BFE-854A-CD6E-F5DB-2AAA4E9F56B4}"/>
              </a:ext>
            </a:extLst>
          </p:cNvPr>
          <p:cNvGrpSpPr/>
          <p:nvPr/>
        </p:nvGrpSpPr>
        <p:grpSpPr>
          <a:xfrm>
            <a:off x="17467842" y="9220149"/>
            <a:ext cx="85606" cy="85607"/>
            <a:chOff x="0" y="0"/>
            <a:chExt cx="114142" cy="114142"/>
          </a:xfrm>
        </p:grpSpPr>
        <p:sp>
          <p:nvSpPr>
            <p:cNvPr id="51" name="Freeform 51">
              <a:extLst>
                <a:ext uri="{FF2B5EF4-FFF2-40B4-BE49-F238E27FC236}">
                  <a16:creationId xmlns:a16="http://schemas.microsoft.com/office/drawing/2014/main" id="{C06FA58F-A753-6BD0-4CC1-04002B420AC0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2" name="Group 52">
            <a:extLst>
              <a:ext uri="{FF2B5EF4-FFF2-40B4-BE49-F238E27FC236}">
                <a16:creationId xmlns:a16="http://schemas.microsoft.com/office/drawing/2014/main" id="{E87D7909-0742-FCB2-0323-44346FD7A45C}"/>
              </a:ext>
            </a:extLst>
          </p:cNvPr>
          <p:cNvGrpSpPr/>
          <p:nvPr/>
        </p:nvGrpSpPr>
        <p:grpSpPr>
          <a:xfrm>
            <a:off x="16954208" y="9391360"/>
            <a:ext cx="85606" cy="85607"/>
            <a:chOff x="0" y="0"/>
            <a:chExt cx="114142" cy="114142"/>
          </a:xfrm>
        </p:grpSpPr>
        <p:sp>
          <p:nvSpPr>
            <p:cNvPr id="53" name="Freeform 53">
              <a:extLst>
                <a:ext uri="{FF2B5EF4-FFF2-40B4-BE49-F238E27FC236}">
                  <a16:creationId xmlns:a16="http://schemas.microsoft.com/office/drawing/2014/main" id="{31750A98-8285-7556-FBE3-072589764C5B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4" name="Group 54">
            <a:extLst>
              <a:ext uri="{FF2B5EF4-FFF2-40B4-BE49-F238E27FC236}">
                <a16:creationId xmlns:a16="http://schemas.microsoft.com/office/drawing/2014/main" id="{0C68F2C8-1A25-21B0-6667-D4DF45751258}"/>
              </a:ext>
            </a:extLst>
          </p:cNvPr>
          <p:cNvGrpSpPr/>
          <p:nvPr/>
        </p:nvGrpSpPr>
        <p:grpSpPr>
          <a:xfrm>
            <a:off x="17125419" y="9391360"/>
            <a:ext cx="85606" cy="85607"/>
            <a:chOff x="0" y="0"/>
            <a:chExt cx="114142" cy="114142"/>
          </a:xfrm>
        </p:grpSpPr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AD48BF7E-01A1-8FDC-BB09-A1F43EE8E603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6" name="Group 56">
            <a:extLst>
              <a:ext uri="{FF2B5EF4-FFF2-40B4-BE49-F238E27FC236}">
                <a16:creationId xmlns:a16="http://schemas.microsoft.com/office/drawing/2014/main" id="{74E94C51-5A63-EE1F-50EC-0D334D31D868}"/>
              </a:ext>
            </a:extLst>
          </p:cNvPr>
          <p:cNvGrpSpPr/>
          <p:nvPr/>
        </p:nvGrpSpPr>
        <p:grpSpPr>
          <a:xfrm>
            <a:off x="17296630" y="9391360"/>
            <a:ext cx="85606" cy="85607"/>
            <a:chOff x="0" y="0"/>
            <a:chExt cx="114142" cy="114142"/>
          </a:xfrm>
        </p:grpSpPr>
        <p:sp>
          <p:nvSpPr>
            <p:cNvPr id="57" name="Freeform 57">
              <a:extLst>
                <a:ext uri="{FF2B5EF4-FFF2-40B4-BE49-F238E27FC236}">
                  <a16:creationId xmlns:a16="http://schemas.microsoft.com/office/drawing/2014/main" id="{4D28BE7D-B79B-70A8-EA42-9B1620ADF46A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8" name="Group 58">
            <a:extLst>
              <a:ext uri="{FF2B5EF4-FFF2-40B4-BE49-F238E27FC236}">
                <a16:creationId xmlns:a16="http://schemas.microsoft.com/office/drawing/2014/main" id="{A4574E50-ADC5-0185-44A9-A69043E58832}"/>
              </a:ext>
            </a:extLst>
          </p:cNvPr>
          <p:cNvGrpSpPr/>
          <p:nvPr/>
        </p:nvGrpSpPr>
        <p:grpSpPr>
          <a:xfrm>
            <a:off x="17467842" y="9391360"/>
            <a:ext cx="85606" cy="85607"/>
            <a:chOff x="0" y="0"/>
            <a:chExt cx="114142" cy="114142"/>
          </a:xfrm>
        </p:grpSpPr>
        <p:sp>
          <p:nvSpPr>
            <p:cNvPr id="59" name="Freeform 59">
              <a:extLst>
                <a:ext uri="{FF2B5EF4-FFF2-40B4-BE49-F238E27FC236}">
                  <a16:creationId xmlns:a16="http://schemas.microsoft.com/office/drawing/2014/main" id="{2D74B0EF-4F6F-A157-B41A-55CC5CC2B47A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1" name="TextBox 61">
            <a:extLst>
              <a:ext uri="{FF2B5EF4-FFF2-40B4-BE49-F238E27FC236}">
                <a16:creationId xmlns:a16="http://schemas.microsoft.com/office/drawing/2014/main" id="{8E56D1B5-A4F7-73A8-809D-524897C53231}"/>
              </a:ext>
            </a:extLst>
          </p:cNvPr>
          <p:cNvSpPr txBox="1"/>
          <p:nvPr/>
        </p:nvSpPr>
        <p:spPr>
          <a:xfrm>
            <a:off x="3124200" y="647700"/>
            <a:ext cx="12335404" cy="1034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cs typeface="字由点字典黑 35J"/>
                <a:sym typeface="字由点字典黑 35J"/>
              </a:rPr>
              <a:t>Workload Overview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F442760B-D1B1-F876-61DD-F9C07EFE3C5B}"/>
              </a:ext>
            </a:extLst>
          </p:cNvPr>
          <p:cNvSpPr txBox="1"/>
          <p:nvPr/>
        </p:nvSpPr>
        <p:spPr>
          <a:xfrm>
            <a:off x="11630361" y="8837345"/>
            <a:ext cx="5323847" cy="454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97"/>
              </a:lnSpc>
            </a:pPr>
            <a:r>
              <a:rPr lang="en-US" sz="2598" u="sng" dirty="0">
                <a:solidFill>
                  <a:srgbClr val="404040"/>
                </a:solidFill>
                <a:latin typeface="字由点字典黑 35J Italics"/>
                <a:ea typeface="字由点字典黑 35J Italics"/>
                <a:cs typeface="字由点字典黑 35J Italics"/>
                <a:sym typeface="字由点字典黑 35J Italics"/>
              </a:rPr>
              <a:t>The code and layout changed 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D6AA27E9-5532-03D1-4B90-3884224BC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43" y="2257359"/>
            <a:ext cx="4953429" cy="5151566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A1F5A56A-B138-7C75-6D02-CE66E1ABE0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354" y="1981253"/>
            <a:ext cx="2446232" cy="5745978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0860A0D9-CB65-CA3D-DA70-FC8F9B3399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0904" y="2400300"/>
            <a:ext cx="2583404" cy="5067739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3B605E0D-1D38-F748-EAD9-2F20A72623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105" y="8002002"/>
            <a:ext cx="2903472" cy="967824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0C222471-9053-C7BA-426A-A4B648BE32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479" y="9048937"/>
            <a:ext cx="3231160" cy="655377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ECC286A5-0F21-3367-DFBB-D63F5F68F6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6442" y="810010"/>
            <a:ext cx="2735817" cy="5974598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1645E89D-FF21-71E2-6DA7-A08D6862999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6362" y="2138012"/>
            <a:ext cx="2552921" cy="6226080"/>
          </a:xfrm>
          <a:prstGeom prst="rect">
            <a:avLst/>
          </a:prstGeom>
        </p:spPr>
      </p:pic>
      <p:pic>
        <p:nvPicPr>
          <p:cNvPr id="78" name="图片 77">
            <a:extLst>
              <a:ext uri="{FF2B5EF4-FFF2-40B4-BE49-F238E27FC236}">
                <a16:creationId xmlns:a16="http://schemas.microsoft.com/office/drawing/2014/main" id="{1BC83D98-CE79-0BA4-572D-0B99B98B49F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5495" y="8543318"/>
            <a:ext cx="2895851" cy="75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4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85E7A-B0C8-5DE2-91CE-CDA3D39A5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27EA5FB-F266-882E-9271-07A05714588E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7AFA03AB-B357-DF35-D7B8-BC92F46DF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40000"/>
            </a:blip>
            <a:srcRect t="8126" b="8126"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8731BC4D-FA8F-52DC-2765-099D8C19A8C4}"/>
              </a:ext>
            </a:extLst>
          </p:cNvPr>
          <p:cNvGrpSpPr/>
          <p:nvPr/>
        </p:nvGrpSpPr>
        <p:grpSpPr>
          <a:xfrm>
            <a:off x="16954208" y="8364092"/>
            <a:ext cx="85606" cy="85607"/>
            <a:chOff x="0" y="0"/>
            <a:chExt cx="114142" cy="11414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733436F-9C28-F44F-4DA1-63C35E791FAE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F88B800-10A1-C8D6-92B5-C931AB8F97BF}"/>
              </a:ext>
            </a:extLst>
          </p:cNvPr>
          <p:cNvGrpSpPr/>
          <p:nvPr/>
        </p:nvGrpSpPr>
        <p:grpSpPr>
          <a:xfrm>
            <a:off x="17125419" y="8364092"/>
            <a:ext cx="85606" cy="85607"/>
            <a:chOff x="0" y="0"/>
            <a:chExt cx="114142" cy="11414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1B0D5BB-D341-E95C-657B-28460D24245F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195564A-B185-67A6-3644-0CA5DBDADA0D}"/>
              </a:ext>
            </a:extLst>
          </p:cNvPr>
          <p:cNvGrpSpPr/>
          <p:nvPr/>
        </p:nvGrpSpPr>
        <p:grpSpPr>
          <a:xfrm>
            <a:off x="17296630" y="8364092"/>
            <a:ext cx="85606" cy="85607"/>
            <a:chOff x="0" y="0"/>
            <a:chExt cx="114142" cy="11414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46A0A54-4AAF-49E1-0C6D-BCD2223CA31D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72A73D7-C2A9-60D5-01F8-A13A2E8DE10B}"/>
              </a:ext>
            </a:extLst>
          </p:cNvPr>
          <p:cNvGrpSpPr/>
          <p:nvPr/>
        </p:nvGrpSpPr>
        <p:grpSpPr>
          <a:xfrm>
            <a:off x="17467842" y="8364092"/>
            <a:ext cx="85606" cy="85607"/>
            <a:chOff x="0" y="0"/>
            <a:chExt cx="114142" cy="114142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9F78396-0754-39D9-7F2B-EA5EEAA984B2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EBE0A01C-7B57-FE1A-953B-2E1762EE9197}"/>
              </a:ext>
            </a:extLst>
          </p:cNvPr>
          <p:cNvGrpSpPr/>
          <p:nvPr/>
        </p:nvGrpSpPr>
        <p:grpSpPr>
          <a:xfrm>
            <a:off x="16954208" y="8535303"/>
            <a:ext cx="85606" cy="85607"/>
            <a:chOff x="0" y="0"/>
            <a:chExt cx="114142" cy="114142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2DB9394-6AD7-6D34-8ABA-6D15CFD25755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655FD481-90AF-E447-FEF8-FB48FA154C39}"/>
              </a:ext>
            </a:extLst>
          </p:cNvPr>
          <p:cNvGrpSpPr/>
          <p:nvPr/>
        </p:nvGrpSpPr>
        <p:grpSpPr>
          <a:xfrm>
            <a:off x="17125419" y="8535303"/>
            <a:ext cx="85606" cy="85607"/>
            <a:chOff x="0" y="0"/>
            <a:chExt cx="114142" cy="114142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B639A7D-D7FC-B272-CB87-DD59671BBF08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05EEE85-8D20-973F-925D-463E82EF8AAC}"/>
              </a:ext>
            </a:extLst>
          </p:cNvPr>
          <p:cNvGrpSpPr/>
          <p:nvPr/>
        </p:nvGrpSpPr>
        <p:grpSpPr>
          <a:xfrm>
            <a:off x="17296630" y="8535303"/>
            <a:ext cx="85606" cy="85607"/>
            <a:chOff x="0" y="0"/>
            <a:chExt cx="114142" cy="114142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4B0AF58-EC32-E67A-3849-44B5A0DA7BF5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6EA1FCAF-4D58-4D14-717A-C2C8C6F9319B}"/>
              </a:ext>
            </a:extLst>
          </p:cNvPr>
          <p:cNvGrpSpPr/>
          <p:nvPr/>
        </p:nvGrpSpPr>
        <p:grpSpPr>
          <a:xfrm>
            <a:off x="17467842" y="8535303"/>
            <a:ext cx="85606" cy="85607"/>
            <a:chOff x="0" y="0"/>
            <a:chExt cx="114142" cy="114142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DF01E460-0995-707C-FCDB-0814EBF9EAF6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6C2B1A06-910C-5577-1FDD-6C8179945303}"/>
              </a:ext>
            </a:extLst>
          </p:cNvPr>
          <p:cNvGrpSpPr/>
          <p:nvPr/>
        </p:nvGrpSpPr>
        <p:grpSpPr>
          <a:xfrm>
            <a:off x="16954208" y="8706515"/>
            <a:ext cx="85606" cy="85607"/>
            <a:chOff x="0" y="0"/>
            <a:chExt cx="114142" cy="114142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5A15072A-84BD-11CA-CC37-ACDF1AB497A0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CD345276-4AC9-1E48-1CE3-487CAD38251A}"/>
              </a:ext>
            </a:extLst>
          </p:cNvPr>
          <p:cNvGrpSpPr/>
          <p:nvPr/>
        </p:nvGrpSpPr>
        <p:grpSpPr>
          <a:xfrm>
            <a:off x="17125419" y="8706515"/>
            <a:ext cx="85606" cy="85607"/>
            <a:chOff x="0" y="0"/>
            <a:chExt cx="114142" cy="114142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589DC489-12FF-D030-BE08-1ABD9D6C3804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4288E409-ADA5-5E2F-6447-396AAB1D5AA1}"/>
              </a:ext>
            </a:extLst>
          </p:cNvPr>
          <p:cNvGrpSpPr/>
          <p:nvPr/>
        </p:nvGrpSpPr>
        <p:grpSpPr>
          <a:xfrm>
            <a:off x="17296630" y="8706515"/>
            <a:ext cx="85606" cy="85607"/>
            <a:chOff x="0" y="0"/>
            <a:chExt cx="114142" cy="114142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B345E92D-C140-8095-857C-024E2D99AD92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7C4947CD-B6E4-E8DF-1F49-618DCDE2624A}"/>
              </a:ext>
            </a:extLst>
          </p:cNvPr>
          <p:cNvGrpSpPr/>
          <p:nvPr/>
        </p:nvGrpSpPr>
        <p:grpSpPr>
          <a:xfrm>
            <a:off x="17467842" y="8706515"/>
            <a:ext cx="85606" cy="85607"/>
            <a:chOff x="0" y="0"/>
            <a:chExt cx="114142" cy="114142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316898EC-453B-EFFD-5D51-25C6336D59B7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3573CE59-0050-F7FB-00CD-321F4A3BFFB4}"/>
              </a:ext>
            </a:extLst>
          </p:cNvPr>
          <p:cNvGrpSpPr/>
          <p:nvPr/>
        </p:nvGrpSpPr>
        <p:grpSpPr>
          <a:xfrm>
            <a:off x="16954208" y="8877726"/>
            <a:ext cx="85606" cy="85607"/>
            <a:chOff x="0" y="0"/>
            <a:chExt cx="114142" cy="114142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B254996-DC29-9C59-D67C-E2042FFA71C7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B91B5F02-43CE-3E3B-9EEE-440A6C26A1BA}"/>
              </a:ext>
            </a:extLst>
          </p:cNvPr>
          <p:cNvGrpSpPr/>
          <p:nvPr/>
        </p:nvGrpSpPr>
        <p:grpSpPr>
          <a:xfrm>
            <a:off x="17125419" y="8877726"/>
            <a:ext cx="85606" cy="85607"/>
            <a:chOff x="0" y="0"/>
            <a:chExt cx="114142" cy="114142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9259F70D-2A6A-8FEE-66BE-4D71B45516C7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59511CE5-611E-4640-A1E5-F92846F10DF7}"/>
              </a:ext>
            </a:extLst>
          </p:cNvPr>
          <p:cNvGrpSpPr/>
          <p:nvPr/>
        </p:nvGrpSpPr>
        <p:grpSpPr>
          <a:xfrm>
            <a:off x="17296630" y="8877726"/>
            <a:ext cx="85606" cy="85607"/>
            <a:chOff x="0" y="0"/>
            <a:chExt cx="114142" cy="114142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0759A8B2-159F-830F-FC9D-D7922842146F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B8E3E6CB-3CC5-4BCE-657E-070B3EEC5607}"/>
              </a:ext>
            </a:extLst>
          </p:cNvPr>
          <p:cNvGrpSpPr/>
          <p:nvPr/>
        </p:nvGrpSpPr>
        <p:grpSpPr>
          <a:xfrm>
            <a:off x="17467842" y="8877726"/>
            <a:ext cx="85606" cy="85607"/>
            <a:chOff x="0" y="0"/>
            <a:chExt cx="114142" cy="114142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B313258D-2C23-1F3A-0097-371CAD8E8E9A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A572123E-C310-39C6-3504-12512142D857}"/>
              </a:ext>
            </a:extLst>
          </p:cNvPr>
          <p:cNvGrpSpPr/>
          <p:nvPr/>
        </p:nvGrpSpPr>
        <p:grpSpPr>
          <a:xfrm>
            <a:off x="16954208" y="9048937"/>
            <a:ext cx="85606" cy="85607"/>
            <a:chOff x="0" y="0"/>
            <a:chExt cx="114142" cy="114142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6649B712-4C42-FB80-7C39-5E02B2F6D115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id="{EE53855B-6193-5615-D79A-5F4BF5AEC51E}"/>
              </a:ext>
            </a:extLst>
          </p:cNvPr>
          <p:cNvGrpSpPr/>
          <p:nvPr/>
        </p:nvGrpSpPr>
        <p:grpSpPr>
          <a:xfrm>
            <a:off x="17125419" y="9048937"/>
            <a:ext cx="85606" cy="85607"/>
            <a:chOff x="0" y="0"/>
            <a:chExt cx="114142" cy="114142"/>
          </a:xfrm>
        </p:grpSpPr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EB0999B5-F93D-7976-06E9-CB6EA1407DF5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E83C8666-AE0A-0493-2F1A-A215EE8CFBE3}"/>
              </a:ext>
            </a:extLst>
          </p:cNvPr>
          <p:cNvGrpSpPr/>
          <p:nvPr/>
        </p:nvGrpSpPr>
        <p:grpSpPr>
          <a:xfrm>
            <a:off x="17296630" y="9048937"/>
            <a:ext cx="85606" cy="85607"/>
            <a:chOff x="0" y="0"/>
            <a:chExt cx="114142" cy="114142"/>
          </a:xfrm>
        </p:grpSpPr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FECA9CFB-8340-94A8-7796-4C7E7FC36908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9475C7FD-ACB5-52A4-BE73-6D6E29EFC596}"/>
              </a:ext>
            </a:extLst>
          </p:cNvPr>
          <p:cNvGrpSpPr/>
          <p:nvPr/>
        </p:nvGrpSpPr>
        <p:grpSpPr>
          <a:xfrm>
            <a:off x="17467842" y="9048937"/>
            <a:ext cx="85606" cy="85607"/>
            <a:chOff x="0" y="0"/>
            <a:chExt cx="114142" cy="114142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3AEC5F47-439F-2839-329A-A84850D34DA0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9634DCDB-00C9-4C29-48E9-A9B5025C11BB}"/>
              </a:ext>
            </a:extLst>
          </p:cNvPr>
          <p:cNvGrpSpPr/>
          <p:nvPr/>
        </p:nvGrpSpPr>
        <p:grpSpPr>
          <a:xfrm>
            <a:off x="16954208" y="9220149"/>
            <a:ext cx="85606" cy="85607"/>
            <a:chOff x="0" y="0"/>
            <a:chExt cx="114142" cy="114142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7F6207A6-F044-F1DD-745D-EDFEC92E8F2E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>
            <a:extLst>
              <a:ext uri="{FF2B5EF4-FFF2-40B4-BE49-F238E27FC236}">
                <a16:creationId xmlns:a16="http://schemas.microsoft.com/office/drawing/2014/main" id="{84138E04-6838-B7BF-FF1B-10FBE2C7A23C}"/>
              </a:ext>
            </a:extLst>
          </p:cNvPr>
          <p:cNvGrpSpPr/>
          <p:nvPr/>
        </p:nvGrpSpPr>
        <p:grpSpPr>
          <a:xfrm>
            <a:off x="17125419" y="9220149"/>
            <a:ext cx="85606" cy="85607"/>
            <a:chOff x="0" y="0"/>
            <a:chExt cx="114142" cy="114142"/>
          </a:xfrm>
        </p:grpSpPr>
        <p:sp>
          <p:nvSpPr>
            <p:cNvPr id="47" name="Freeform 47">
              <a:extLst>
                <a:ext uri="{FF2B5EF4-FFF2-40B4-BE49-F238E27FC236}">
                  <a16:creationId xmlns:a16="http://schemas.microsoft.com/office/drawing/2014/main" id="{A3680D06-85B3-38E3-DB60-594CF9D6B152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3ACFF075-C537-A593-7186-8AA188A80D71}"/>
              </a:ext>
            </a:extLst>
          </p:cNvPr>
          <p:cNvGrpSpPr/>
          <p:nvPr/>
        </p:nvGrpSpPr>
        <p:grpSpPr>
          <a:xfrm>
            <a:off x="17296630" y="9220149"/>
            <a:ext cx="85606" cy="85607"/>
            <a:chOff x="0" y="0"/>
            <a:chExt cx="114142" cy="114142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12CE486E-5045-3753-30FA-702F5C5C915B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0" name="Group 50">
            <a:extLst>
              <a:ext uri="{FF2B5EF4-FFF2-40B4-BE49-F238E27FC236}">
                <a16:creationId xmlns:a16="http://schemas.microsoft.com/office/drawing/2014/main" id="{B14E02BD-421B-79D0-7E36-DB141FA4671C}"/>
              </a:ext>
            </a:extLst>
          </p:cNvPr>
          <p:cNvGrpSpPr/>
          <p:nvPr/>
        </p:nvGrpSpPr>
        <p:grpSpPr>
          <a:xfrm>
            <a:off x="17467842" y="9220149"/>
            <a:ext cx="85606" cy="85607"/>
            <a:chOff x="0" y="0"/>
            <a:chExt cx="114142" cy="114142"/>
          </a:xfrm>
        </p:grpSpPr>
        <p:sp>
          <p:nvSpPr>
            <p:cNvPr id="51" name="Freeform 51">
              <a:extLst>
                <a:ext uri="{FF2B5EF4-FFF2-40B4-BE49-F238E27FC236}">
                  <a16:creationId xmlns:a16="http://schemas.microsoft.com/office/drawing/2014/main" id="{F319DEDD-7AF6-7930-B984-DA6F68C0A90F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2" name="Group 52">
            <a:extLst>
              <a:ext uri="{FF2B5EF4-FFF2-40B4-BE49-F238E27FC236}">
                <a16:creationId xmlns:a16="http://schemas.microsoft.com/office/drawing/2014/main" id="{BAAB122A-7745-779A-5549-D0DCD2B9A072}"/>
              </a:ext>
            </a:extLst>
          </p:cNvPr>
          <p:cNvGrpSpPr/>
          <p:nvPr/>
        </p:nvGrpSpPr>
        <p:grpSpPr>
          <a:xfrm>
            <a:off x="16954208" y="9391360"/>
            <a:ext cx="85606" cy="85607"/>
            <a:chOff x="0" y="0"/>
            <a:chExt cx="114142" cy="114142"/>
          </a:xfrm>
        </p:grpSpPr>
        <p:sp>
          <p:nvSpPr>
            <p:cNvPr id="53" name="Freeform 53">
              <a:extLst>
                <a:ext uri="{FF2B5EF4-FFF2-40B4-BE49-F238E27FC236}">
                  <a16:creationId xmlns:a16="http://schemas.microsoft.com/office/drawing/2014/main" id="{8392F6DD-F35D-062A-6E5A-A39521938F5C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4" name="Group 54">
            <a:extLst>
              <a:ext uri="{FF2B5EF4-FFF2-40B4-BE49-F238E27FC236}">
                <a16:creationId xmlns:a16="http://schemas.microsoft.com/office/drawing/2014/main" id="{D86662F9-50B0-14E3-FE2A-1E0BB8B2F777}"/>
              </a:ext>
            </a:extLst>
          </p:cNvPr>
          <p:cNvGrpSpPr/>
          <p:nvPr/>
        </p:nvGrpSpPr>
        <p:grpSpPr>
          <a:xfrm>
            <a:off x="17125419" y="9391360"/>
            <a:ext cx="85606" cy="85607"/>
            <a:chOff x="0" y="0"/>
            <a:chExt cx="114142" cy="114142"/>
          </a:xfrm>
        </p:grpSpPr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3A887909-11EB-9D83-729E-BB0F1AC53987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6" name="Group 56">
            <a:extLst>
              <a:ext uri="{FF2B5EF4-FFF2-40B4-BE49-F238E27FC236}">
                <a16:creationId xmlns:a16="http://schemas.microsoft.com/office/drawing/2014/main" id="{B6522988-04CF-DA21-B94A-1BAB3641368D}"/>
              </a:ext>
            </a:extLst>
          </p:cNvPr>
          <p:cNvGrpSpPr/>
          <p:nvPr/>
        </p:nvGrpSpPr>
        <p:grpSpPr>
          <a:xfrm>
            <a:off x="17296630" y="9391360"/>
            <a:ext cx="85606" cy="85607"/>
            <a:chOff x="0" y="0"/>
            <a:chExt cx="114142" cy="114142"/>
          </a:xfrm>
        </p:grpSpPr>
        <p:sp>
          <p:nvSpPr>
            <p:cNvPr id="57" name="Freeform 57">
              <a:extLst>
                <a:ext uri="{FF2B5EF4-FFF2-40B4-BE49-F238E27FC236}">
                  <a16:creationId xmlns:a16="http://schemas.microsoft.com/office/drawing/2014/main" id="{1C841370-20D0-3719-6B73-DD11DBC6F128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8" name="Group 58">
            <a:extLst>
              <a:ext uri="{FF2B5EF4-FFF2-40B4-BE49-F238E27FC236}">
                <a16:creationId xmlns:a16="http://schemas.microsoft.com/office/drawing/2014/main" id="{03CED783-1245-A86A-9D03-85AC224A2F20}"/>
              </a:ext>
            </a:extLst>
          </p:cNvPr>
          <p:cNvGrpSpPr/>
          <p:nvPr/>
        </p:nvGrpSpPr>
        <p:grpSpPr>
          <a:xfrm>
            <a:off x="17467842" y="9391360"/>
            <a:ext cx="85606" cy="85607"/>
            <a:chOff x="0" y="0"/>
            <a:chExt cx="114142" cy="114142"/>
          </a:xfrm>
        </p:grpSpPr>
        <p:sp>
          <p:nvSpPr>
            <p:cNvPr id="59" name="Freeform 59">
              <a:extLst>
                <a:ext uri="{FF2B5EF4-FFF2-40B4-BE49-F238E27FC236}">
                  <a16:creationId xmlns:a16="http://schemas.microsoft.com/office/drawing/2014/main" id="{05269FB9-07ED-36CA-E62F-F974F918E9AF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1" name="TextBox 61">
            <a:extLst>
              <a:ext uri="{FF2B5EF4-FFF2-40B4-BE49-F238E27FC236}">
                <a16:creationId xmlns:a16="http://schemas.microsoft.com/office/drawing/2014/main" id="{44B2CC72-57BD-F0CE-3A7B-94A457956EA2}"/>
              </a:ext>
            </a:extLst>
          </p:cNvPr>
          <p:cNvSpPr txBox="1"/>
          <p:nvPr/>
        </p:nvSpPr>
        <p:spPr>
          <a:xfrm>
            <a:off x="3124200" y="957130"/>
            <a:ext cx="12335404" cy="1034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cs typeface="字由点字典黑 35J"/>
                <a:sym typeface="字由点字典黑 35J"/>
              </a:rPr>
              <a:t>Workload Overview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58734C6C-9FC4-30A2-ADDC-09ED19B6C475}"/>
              </a:ext>
            </a:extLst>
          </p:cNvPr>
          <p:cNvSpPr txBox="1"/>
          <p:nvPr/>
        </p:nvSpPr>
        <p:spPr>
          <a:xfrm>
            <a:off x="12520474" y="5460078"/>
            <a:ext cx="5262222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97"/>
              </a:lnSpc>
            </a:pPr>
            <a:r>
              <a:rPr lang="en-US" sz="3600" u="sng" dirty="0">
                <a:solidFill>
                  <a:srgbClr val="404040"/>
                </a:solidFill>
                <a:latin typeface="字由点字典黑 35J Italics"/>
                <a:ea typeface="字由点字典黑 35J Italics"/>
                <a:cs typeface="字由点字典黑 35J Italics"/>
                <a:sym typeface="字由点字典黑 35J Italics"/>
              </a:rPr>
              <a:t>A new table is created: storage table.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FCB1FD17-CB11-7F2C-8BDE-5B5C32B61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467100"/>
            <a:ext cx="10267912" cy="463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96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8EA81-86F1-9DF8-DAF4-1234D6553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45DE245-0359-3880-1597-4C590248DA7C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A17E65C8-602D-089C-3531-56F4F941A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40000"/>
            </a:blip>
            <a:srcRect t="8126" b="8126"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E862309-CA1A-5EE1-3368-A1B7278BFA48}"/>
              </a:ext>
            </a:extLst>
          </p:cNvPr>
          <p:cNvGrpSpPr/>
          <p:nvPr/>
        </p:nvGrpSpPr>
        <p:grpSpPr>
          <a:xfrm>
            <a:off x="16954208" y="8364092"/>
            <a:ext cx="85606" cy="85607"/>
            <a:chOff x="0" y="0"/>
            <a:chExt cx="114142" cy="11414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6AF590F-52D2-E364-61F5-2DE1398341C0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70138C4-06A3-6A66-669F-E70F3C1423EC}"/>
              </a:ext>
            </a:extLst>
          </p:cNvPr>
          <p:cNvGrpSpPr/>
          <p:nvPr/>
        </p:nvGrpSpPr>
        <p:grpSpPr>
          <a:xfrm>
            <a:off x="17125419" y="8364092"/>
            <a:ext cx="85606" cy="85607"/>
            <a:chOff x="0" y="0"/>
            <a:chExt cx="114142" cy="11414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D5734D1-ECD9-36EA-F318-BD176B8201F0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6687E92-A1BB-1036-65B4-ACF4EE21AA26}"/>
              </a:ext>
            </a:extLst>
          </p:cNvPr>
          <p:cNvGrpSpPr/>
          <p:nvPr/>
        </p:nvGrpSpPr>
        <p:grpSpPr>
          <a:xfrm>
            <a:off x="17296630" y="8364092"/>
            <a:ext cx="85606" cy="85607"/>
            <a:chOff x="0" y="0"/>
            <a:chExt cx="114142" cy="11414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087F6F4-E472-2627-21ED-E4BBE28FB4D8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7702EF4-86D3-A5B0-09BE-A0C5E2C7EE91}"/>
              </a:ext>
            </a:extLst>
          </p:cNvPr>
          <p:cNvGrpSpPr/>
          <p:nvPr/>
        </p:nvGrpSpPr>
        <p:grpSpPr>
          <a:xfrm>
            <a:off x="17467842" y="8364092"/>
            <a:ext cx="85606" cy="85607"/>
            <a:chOff x="0" y="0"/>
            <a:chExt cx="114142" cy="114142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9D0C2CF-8134-7F2F-217E-7446E7D5BA1F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90B4E485-3DB4-6675-593D-7F65B9774446}"/>
              </a:ext>
            </a:extLst>
          </p:cNvPr>
          <p:cNvGrpSpPr/>
          <p:nvPr/>
        </p:nvGrpSpPr>
        <p:grpSpPr>
          <a:xfrm>
            <a:off x="16954208" y="8535303"/>
            <a:ext cx="85606" cy="85607"/>
            <a:chOff x="0" y="0"/>
            <a:chExt cx="114142" cy="114142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177A389-1F83-DD44-1739-39D7728B72F3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D8BD7DB4-0C07-12A9-EB8C-E9D28ED13CFF}"/>
              </a:ext>
            </a:extLst>
          </p:cNvPr>
          <p:cNvGrpSpPr/>
          <p:nvPr/>
        </p:nvGrpSpPr>
        <p:grpSpPr>
          <a:xfrm>
            <a:off x="17125419" y="8535303"/>
            <a:ext cx="85606" cy="85607"/>
            <a:chOff x="0" y="0"/>
            <a:chExt cx="114142" cy="114142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608BE213-CCA7-3750-6348-51611D8B95F1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D32AF4AE-7A08-0363-F08D-9D580AD766B5}"/>
              </a:ext>
            </a:extLst>
          </p:cNvPr>
          <p:cNvGrpSpPr/>
          <p:nvPr/>
        </p:nvGrpSpPr>
        <p:grpSpPr>
          <a:xfrm>
            <a:off x="17296630" y="8535303"/>
            <a:ext cx="85606" cy="85607"/>
            <a:chOff x="0" y="0"/>
            <a:chExt cx="114142" cy="114142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9F20188-ADBC-5CB1-9389-0A55A63599CF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13F140D6-5850-8BD5-4066-0391B2C247E4}"/>
              </a:ext>
            </a:extLst>
          </p:cNvPr>
          <p:cNvGrpSpPr/>
          <p:nvPr/>
        </p:nvGrpSpPr>
        <p:grpSpPr>
          <a:xfrm>
            <a:off x="17467842" y="8535303"/>
            <a:ext cx="85606" cy="85607"/>
            <a:chOff x="0" y="0"/>
            <a:chExt cx="114142" cy="114142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B48A2ABF-F3D7-2649-1DDF-66CB3CA24134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8D1673A9-C9ED-0A2D-56E2-6455FF87EDAC}"/>
              </a:ext>
            </a:extLst>
          </p:cNvPr>
          <p:cNvGrpSpPr/>
          <p:nvPr/>
        </p:nvGrpSpPr>
        <p:grpSpPr>
          <a:xfrm>
            <a:off x="16954208" y="8706515"/>
            <a:ext cx="85606" cy="85607"/>
            <a:chOff x="0" y="0"/>
            <a:chExt cx="114142" cy="114142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99C35300-6157-B926-69C1-22DFAAFF6299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CCC2E8-6484-4D03-BFDC-3AFDBFD4AA0B}"/>
              </a:ext>
            </a:extLst>
          </p:cNvPr>
          <p:cNvGrpSpPr/>
          <p:nvPr/>
        </p:nvGrpSpPr>
        <p:grpSpPr>
          <a:xfrm>
            <a:off x="17125419" y="8706515"/>
            <a:ext cx="85606" cy="85607"/>
            <a:chOff x="0" y="0"/>
            <a:chExt cx="114142" cy="114142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46B1236A-9573-0786-9E19-6B36D259BE4A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364B837E-1347-3337-7E03-4BC3B7C468F1}"/>
              </a:ext>
            </a:extLst>
          </p:cNvPr>
          <p:cNvGrpSpPr/>
          <p:nvPr/>
        </p:nvGrpSpPr>
        <p:grpSpPr>
          <a:xfrm>
            <a:off x="17296630" y="8706515"/>
            <a:ext cx="85606" cy="85607"/>
            <a:chOff x="0" y="0"/>
            <a:chExt cx="114142" cy="114142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9EA1CD14-8066-397F-2D6F-C089D9D367A0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7C535890-C047-FCF0-7F53-F5ECDC8F012E}"/>
              </a:ext>
            </a:extLst>
          </p:cNvPr>
          <p:cNvGrpSpPr/>
          <p:nvPr/>
        </p:nvGrpSpPr>
        <p:grpSpPr>
          <a:xfrm>
            <a:off x="17467842" y="8706515"/>
            <a:ext cx="85606" cy="85607"/>
            <a:chOff x="0" y="0"/>
            <a:chExt cx="114142" cy="114142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80AB4FF6-CBEC-2E6E-237E-719BB408AB68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C03D7D59-5560-3FC3-E26C-F84C8DA227BF}"/>
              </a:ext>
            </a:extLst>
          </p:cNvPr>
          <p:cNvGrpSpPr/>
          <p:nvPr/>
        </p:nvGrpSpPr>
        <p:grpSpPr>
          <a:xfrm>
            <a:off x="16954208" y="8877726"/>
            <a:ext cx="85606" cy="85607"/>
            <a:chOff x="0" y="0"/>
            <a:chExt cx="114142" cy="114142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3A57E29-DF6B-9E9C-151C-229EB4B0BC62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D85E98AB-114E-32A1-785E-46A638BEE959}"/>
              </a:ext>
            </a:extLst>
          </p:cNvPr>
          <p:cNvGrpSpPr/>
          <p:nvPr/>
        </p:nvGrpSpPr>
        <p:grpSpPr>
          <a:xfrm>
            <a:off x="17125419" y="8877726"/>
            <a:ext cx="85606" cy="85607"/>
            <a:chOff x="0" y="0"/>
            <a:chExt cx="114142" cy="114142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9CE57678-8E7B-63B8-6065-534D953B7373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7DE155F8-6678-93E1-CFA1-AA3751DA89C8}"/>
              </a:ext>
            </a:extLst>
          </p:cNvPr>
          <p:cNvGrpSpPr/>
          <p:nvPr/>
        </p:nvGrpSpPr>
        <p:grpSpPr>
          <a:xfrm>
            <a:off x="17296630" y="8877726"/>
            <a:ext cx="85606" cy="85607"/>
            <a:chOff x="0" y="0"/>
            <a:chExt cx="114142" cy="114142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CA52636D-6213-7964-50C3-A6BCC3327C83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752CD5F4-2F7D-2240-3168-0812DECA7353}"/>
              </a:ext>
            </a:extLst>
          </p:cNvPr>
          <p:cNvGrpSpPr/>
          <p:nvPr/>
        </p:nvGrpSpPr>
        <p:grpSpPr>
          <a:xfrm>
            <a:off x="17467842" y="8877726"/>
            <a:ext cx="85606" cy="85607"/>
            <a:chOff x="0" y="0"/>
            <a:chExt cx="114142" cy="114142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7043A25D-234B-19C4-8F89-91E44789A7CB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843C36AA-E1AC-D6F4-C484-57FF53968C5E}"/>
              </a:ext>
            </a:extLst>
          </p:cNvPr>
          <p:cNvGrpSpPr/>
          <p:nvPr/>
        </p:nvGrpSpPr>
        <p:grpSpPr>
          <a:xfrm>
            <a:off x="16954208" y="9048937"/>
            <a:ext cx="85606" cy="85607"/>
            <a:chOff x="0" y="0"/>
            <a:chExt cx="114142" cy="114142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56075C69-A816-04FA-0105-A4175A6409D8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id="{1B081A00-C5D1-3440-D00C-6AA81BA5E590}"/>
              </a:ext>
            </a:extLst>
          </p:cNvPr>
          <p:cNvGrpSpPr/>
          <p:nvPr/>
        </p:nvGrpSpPr>
        <p:grpSpPr>
          <a:xfrm>
            <a:off x="17125419" y="9048937"/>
            <a:ext cx="85606" cy="85607"/>
            <a:chOff x="0" y="0"/>
            <a:chExt cx="114142" cy="114142"/>
          </a:xfrm>
        </p:grpSpPr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F993AB9C-E3EF-B0FE-ADEF-7E6420084DE7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65E27DF4-5839-99FC-F781-A1234555E496}"/>
              </a:ext>
            </a:extLst>
          </p:cNvPr>
          <p:cNvGrpSpPr/>
          <p:nvPr/>
        </p:nvGrpSpPr>
        <p:grpSpPr>
          <a:xfrm>
            <a:off x="17296630" y="9048937"/>
            <a:ext cx="85606" cy="85607"/>
            <a:chOff x="0" y="0"/>
            <a:chExt cx="114142" cy="114142"/>
          </a:xfrm>
        </p:grpSpPr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8D01E9C0-AA02-692D-4768-778512B1D712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D3543A79-C93D-691C-4078-482348743957}"/>
              </a:ext>
            </a:extLst>
          </p:cNvPr>
          <p:cNvGrpSpPr/>
          <p:nvPr/>
        </p:nvGrpSpPr>
        <p:grpSpPr>
          <a:xfrm>
            <a:off x="17467842" y="9048937"/>
            <a:ext cx="85606" cy="85607"/>
            <a:chOff x="0" y="0"/>
            <a:chExt cx="114142" cy="114142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E4E81D8D-D17D-BBB8-B9B9-19CAB228C069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98914195-D8FA-F5F6-E4C1-3B569BB5B302}"/>
              </a:ext>
            </a:extLst>
          </p:cNvPr>
          <p:cNvGrpSpPr/>
          <p:nvPr/>
        </p:nvGrpSpPr>
        <p:grpSpPr>
          <a:xfrm>
            <a:off x="16954208" y="9220149"/>
            <a:ext cx="85606" cy="85607"/>
            <a:chOff x="0" y="0"/>
            <a:chExt cx="114142" cy="114142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75D88985-AE74-5856-693E-D346E46D8E1A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>
            <a:extLst>
              <a:ext uri="{FF2B5EF4-FFF2-40B4-BE49-F238E27FC236}">
                <a16:creationId xmlns:a16="http://schemas.microsoft.com/office/drawing/2014/main" id="{40FBB5C7-3809-5628-874C-01888F691DA6}"/>
              </a:ext>
            </a:extLst>
          </p:cNvPr>
          <p:cNvGrpSpPr/>
          <p:nvPr/>
        </p:nvGrpSpPr>
        <p:grpSpPr>
          <a:xfrm>
            <a:off x="17125419" y="9220149"/>
            <a:ext cx="85606" cy="85607"/>
            <a:chOff x="0" y="0"/>
            <a:chExt cx="114142" cy="114142"/>
          </a:xfrm>
        </p:grpSpPr>
        <p:sp>
          <p:nvSpPr>
            <p:cNvPr id="47" name="Freeform 47">
              <a:extLst>
                <a:ext uri="{FF2B5EF4-FFF2-40B4-BE49-F238E27FC236}">
                  <a16:creationId xmlns:a16="http://schemas.microsoft.com/office/drawing/2014/main" id="{AC2BF343-02F8-C33E-583D-CB559DD2222D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173CAD33-A984-F3D0-27AE-5CA3E02D910F}"/>
              </a:ext>
            </a:extLst>
          </p:cNvPr>
          <p:cNvGrpSpPr/>
          <p:nvPr/>
        </p:nvGrpSpPr>
        <p:grpSpPr>
          <a:xfrm>
            <a:off x="17296630" y="9220149"/>
            <a:ext cx="85606" cy="85607"/>
            <a:chOff x="0" y="0"/>
            <a:chExt cx="114142" cy="114142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66ADF1FD-705E-BA12-2D2A-0D4285A6A179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0" name="Group 50">
            <a:extLst>
              <a:ext uri="{FF2B5EF4-FFF2-40B4-BE49-F238E27FC236}">
                <a16:creationId xmlns:a16="http://schemas.microsoft.com/office/drawing/2014/main" id="{A22584B4-BDEE-438D-7CEC-CE2C292C894F}"/>
              </a:ext>
            </a:extLst>
          </p:cNvPr>
          <p:cNvGrpSpPr/>
          <p:nvPr/>
        </p:nvGrpSpPr>
        <p:grpSpPr>
          <a:xfrm>
            <a:off x="17467842" y="9220149"/>
            <a:ext cx="85606" cy="85607"/>
            <a:chOff x="0" y="0"/>
            <a:chExt cx="114142" cy="114142"/>
          </a:xfrm>
        </p:grpSpPr>
        <p:sp>
          <p:nvSpPr>
            <p:cNvPr id="51" name="Freeform 51">
              <a:extLst>
                <a:ext uri="{FF2B5EF4-FFF2-40B4-BE49-F238E27FC236}">
                  <a16:creationId xmlns:a16="http://schemas.microsoft.com/office/drawing/2014/main" id="{59FBABC4-5C67-3C3E-C070-55AC7BBE4D0C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2" name="Group 52">
            <a:extLst>
              <a:ext uri="{FF2B5EF4-FFF2-40B4-BE49-F238E27FC236}">
                <a16:creationId xmlns:a16="http://schemas.microsoft.com/office/drawing/2014/main" id="{2B292589-A72E-2289-BE9F-1BA74539C8EE}"/>
              </a:ext>
            </a:extLst>
          </p:cNvPr>
          <p:cNvGrpSpPr/>
          <p:nvPr/>
        </p:nvGrpSpPr>
        <p:grpSpPr>
          <a:xfrm>
            <a:off x="16954208" y="9391360"/>
            <a:ext cx="85606" cy="85607"/>
            <a:chOff x="0" y="0"/>
            <a:chExt cx="114142" cy="114142"/>
          </a:xfrm>
        </p:grpSpPr>
        <p:sp>
          <p:nvSpPr>
            <p:cNvPr id="53" name="Freeform 53">
              <a:extLst>
                <a:ext uri="{FF2B5EF4-FFF2-40B4-BE49-F238E27FC236}">
                  <a16:creationId xmlns:a16="http://schemas.microsoft.com/office/drawing/2014/main" id="{1E7E406A-4C67-73AC-7542-D301076E6E4A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4" name="Group 54">
            <a:extLst>
              <a:ext uri="{FF2B5EF4-FFF2-40B4-BE49-F238E27FC236}">
                <a16:creationId xmlns:a16="http://schemas.microsoft.com/office/drawing/2014/main" id="{E16816A6-888B-81D0-6F58-218EB629F601}"/>
              </a:ext>
            </a:extLst>
          </p:cNvPr>
          <p:cNvGrpSpPr/>
          <p:nvPr/>
        </p:nvGrpSpPr>
        <p:grpSpPr>
          <a:xfrm>
            <a:off x="17125419" y="9391360"/>
            <a:ext cx="85606" cy="85607"/>
            <a:chOff x="0" y="0"/>
            <a:chExt cx="114142" cy="114142"/>
          </a:xfrm>
        </p:grpSpPr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E6500532-5CCF-EE84-AB8C-B12DB580A811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6" name="Group 56">
            <a:extLst>
              <a:ext uri="{FF2B5EF4-FFF2-40B4-BE49-F238E27FC236}">
                <a16:creationId xmlns:a16="http://schemas.microsoft.com/office/drawing/2014/main" id="{C692A870-07A8-8CFF-E197-B3A3D709634B}"/>
              </a:ext>
            </a:extLst>
          </p:cNvPr>
          <p:cNvGrpSpPr/>
          <p:nvPr/>
        </p:nvGrpSpPr>
        <p:grpSpPr>
          <a:xfrm>
            <a:off x="17296630" y="9391360"/>
            <a:ext cx="85606" cy="85607"/>
            <a:chOff x="0" y="0"/>
            <a:chExt cx="114142" cy="114142"/>
          </a:xfrm>
        </p:grpSpPr>
        <p:sp>
          <p:nvSpPr>
            <p:cNvPr id="57" name="Freeform 57">
              <a:extLst>
                <a:ext uri="{FF2B5EF4-FFF2-40B4-BE49-F238E27FC236}">
                  <a16:creationId xmlns:a16="http://schemas.microsoft.com/office/drawing/2014/main" id="{CEE3765E-AF9D-E02C-1F3E-3EEC0492A33B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8" name="Group 58">
            <a:extLst>
              <a:ext uri="{FF2B5EF4-FFF2-40B4-BE49-F238E27FC236}">
                <a16:creationId xmlns:a16="http://schemas.microsoft.com/office/drawing/2014/main" id="{449E5D77-4DFF-866A-B9C4-62D78FA45823}"/>
              </a:ext>
            </a:extLst>
          </p:cNvPr>
          <p:cNvGrpSpPr/>
          <p:nvPr/>
        </p:nvGrpSpPr>
        <p:grpSpPr>
          <a:xfrm>
            <a:off x="17467842" y="9391360"/>
            <a:ext cx="85606" cy="85607"/>
            <a:chOff x="0" y="0"/>
            <a:chExt cx="114142" cy="114142"/>
          </a:xfrm>
        </p:grpSpPr>
        <p:sp>
          <p:nvSpPr>
            <p:cNvPr id="59" name="Freeform 59">
              <a:extLst>
                <a:ext uri="{FF2B5EF4-FFF2-40B4-BE49-F238E27FC236}">
                  <a16:creationId xmlns:a16="http://schemas.microsoft.com/office/drawing/2014/main" id="{FD55730B-CB8A-29C2-FAD8-F78E30F41677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1" name="TextBox 61">
            <a:extLst>
              <a:ext uri="{FF2B5EF4-FFF2-40B4-BE49-F238E27FC236}">
                <a16:creationId xmlns:a16="http://schemas.microsoft.com/office/drawing/2014/main" id="{712A1517-183D-A4A2-4AF5-40F8D5502E07}"/>
              </a:ext>
            </a:extLst>
          </p:cNvPr>
          <p:cNvSpPr txBox="1"/>
          <p:nvPr/>
        </p:nvSpPr>
        <p:spPr>
          <a:xfrm>
            <a:off x="3124200" y="679986"/>
            <a:ext cx="12335404" cy="1034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cs typeface="字由点字典黑 35J"/>
                <a:sym typeface="字由点字典黑 35J"/>
              </a:rPr>
              <a:t>Workload Overview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B6A12080-E4D2-0CF6-C93B-703FA05EA6FF}"/>
              </a:ext>
            </a:extLst>
          </p:cNvPr>
          <p:cNvSpPr txBox="1"/>
          <p:nvPr/>
        </p:nvSpPr>
        <p:spPr>
          <a:xfrm>
            <a:off x="4817486" y="8784380"/>
            <a:ext cx="11573404" cy="467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97"/>
              </a:lnSpc>
            </a:pPr>
            <a:r>
              <a:rPr lang="en-US" sz="2598" u="sng" dirty="0">
                <a:solidFill>
                  <a:srgbClr val="404040"/>
                </a:solidFill>
                <a:latin typeface="字由点字典黑 35J Italics"/>
                <a:ea typeface="字由点字典黑 35J Italics"/>
                <a:cs typeface="字由点字典黑 35J Italics"/>
                <a:sym typeface="字由点字典黑 35J Italics"/>
              </a:rPr>
              <a:t>The </a:t>
            </a:r>
            <a:r>
              <a:rPr lang="en-US" sz="2598" u="sng" dirty="0" err="1">
                <a:solidFill>
                  <a:srgbClr val="404040"/>
                </a:solidFill>
                <a:latin typeface="字由点字典黑 35J Italics"/>
                <a:ea typeface="字由点字典黑 35J Italics"/>
                <a:cs typeface="字由点字典黑 35J Italics"/>
                <a:sym typeface="字由点字典黑 35J Italics"/>
              </a:rPr>
              <a:t>php</a:t>
            </a:r>
            <a:r>
              <a:rPr lang="en-US" sz="2598" u="sng" dirty="0">
                <a:solidFill>
                  <a:srgbClr val="404040"/>
                </a:solidFill>
                <a:latin typeface="字由点字典黑 35J Italics"/>
                <a:ea typeface="字由点字典黑 35J Italics"/>
                <a:cs typeface="字由点字典黑 35J Italics"/>
                <a:sym typeface="字由点字典黑 35J Italics"/>
              </a:rPr>
              <a:t> file to translate the database’s language to java String </a:t>
            </a: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B7762D3D-A730-B1BF-9ADA-62646E025F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156" y="2079330"/>
            <a:ext cx="7769637" cy="6128340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C58B0119-D15B-46CE-525B-033048C0EA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9949" y="1940863"/>
            <a:ext cx="6952062" cy="655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165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032"/>
            <a:ext cx="18288000" cy="10287000"/>
            <a:chOff x="-13238003" y="955899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8D88A57-AC2F-4C11-E8DF-6E3672C91654}"/>
              </a:ext>
            </a:extLst>
          </p:cNvPr>
          <p:cNvGrpSpPr/>
          <p:nvPr/>
        </p:nvGrpSpPr>
        <p:grpSpPr>
          <a:xfrm>
            <a:off x="914400" y="2132653"/>
            <a:ext cx="9829799" cy="1476196"/>
            <a:chOff x="2151747" y="2703068"/>
            <a:chExt cx="13984506" cy="1476196"/>
          </a:xfrm>
        </p:grpSpPr>
        <p:grpSp>
          <p:nvGrpSpPr>
            <p:cNvPr id="9" name="Group 9"/>
            <p:cNvGrpSpPr/>
            <p:nvPr/>
          </p:nvGrpSpPr>
          <p:grpSpPr>
            <a:xfrm>
              <a:off x="13972568" y="3843690"/>
              <a:ext cx="335574" cy="335574"/>
              <a:chOff x="0" y="0"/>
              <a:chExt cx="447432" cy="44743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14308142" y="3843690"/>
              <a:ext cx="335574" cy="335574"/>
              <a:chOff x="0" y="0"/>
              <a:chExt cx="447432" cy="44743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14643715" y="3843690"/>
              <a:ext cx="335574" cy="335574"/>
              <a:chOff x="0" y="0"/>
              <a:chExt cx="447432" cy="44743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A9649ABC-9A9A-D6FD-21E8-7CB435202A45}"/>
                </a:ext>
              </a:extLst>
            </p:cNvPr>
            <p:cNvGrpSpPr/>
            <p:nvPr/>
          </p:nvGrpSpPr>
          <p:grpSpPr>
            <a:xfrm>
              <a:off x="2151747" y="2703068"/>
              <a:ext cx="13984506" cy="1318461"/>
              <a:chOff x="2151747" y="2702541"/>
              <a:chExt cx="13984506" cy="1318461"/>
            </a:xfrm>
          </p:grpSpPr>
          <p:grpSp>
            <p:nvGrpSpPr>
              <p:cNvPr id="4" name="Group 4"/>
              <p:cNvGrpSpPr/>
              <p:nvPr/>
            </p:nvGrpSpPr>
            <p:grpSpPr>
              <a:xfrm>
                <a:off x="2151747" y="2702541"/>
                <a:ext cx="13984506" cy="1318461"/>
                <a:chOff x="0" y="0"/>
                <a:chExt cx="18646008" cy="1757948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0" y="0"/>
                  <a:ext cx="18646012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2743938" y="3032669"/>
                <a:ext cx="656774" cy="57150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320"/>
                  </a:lnSpc>
                </a:pPr>
                <a:r>
                  <a:rPr lang="en-US" sz="3600" dirty="0">
                    <a:solidFill>
                      <a:srgbClr val="373737"/>
                    </a:solidFill>
                    <a:latin typeface="Arimo"/>
                    <a:ea typeface="Arimo"/>
                    <a:cs typeface="Arimo"/>
                    <a:sym typeface="Arimo"/>
                  </a:rPr>
                  <a:t>1</a:t>
                </a:r>
              </a:p>
            </p:txBody>
          </p: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6206E6F5-B422-B20B-E928-9313F466FED9}"/>
                  </a:ext>
                </a:extLst>
              </p:cNvPr>
              <p:cNvGrpSpPr/>
              <p:nvPr/>
            </p:nvGrpSpPr>
            <p:grpSpPr>
              <a:xfrm>
                <a:off x="3492152" y="3042863"/>
                <a:ext cx="11984133" cy="647346"/>
                <a:chOff x="3492152" y="3042863"/>
                <a:chExt cx="11984133" cy="647346"/>
              </a:xfrm>
            </p:grpSpPr>
            <p:sp>
              <p:nvSpPr>
                <p:cNvPr id="6" name="AutoShape 6"/>
                <p:cNvSpPr/>
                <p:nvPr/>
              </p:nvSpPr>
              <p:spPr>
                <a:xfrm flipV="1">
                  <a:off x="3583101" y="3042863"/>
                  <a:ext cx="9525" cy="647346"/>
                </a:xfrm>
                <a:prstGeom prst="line">
                  <a:avLst/>
                </a:prstGeom>
                <a:ln w="9525" cap="rnd">
                  <a:solidFill>
                    <a:srgbClr val="373737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7" name="Group 7"/>
                <p:cNvGrpSpPr/>
                <p:nvPr/>
              </p:nvGrpSpPr>
              <p:grpSpPr>
                <a:xfrm rot="5400000">
                  <a:off x="3492152" y="3266061"/>
                  <a:ext cx="191424" cy="191424"/>
                  <a:chOff x="0" y="0"/>
                  <a:chExt cx="255232" cy="255232"/>
                </a:xfrm>
              </p:grpSpPr>
              <p:sp>
                <p:nvSpPr>
                  <p:cNvPr id="8" name="Freeform 8"/>
                  <p:cNvSpPr/>
                  <p:nvPr/>
                </p:nvSpPr>
                <p:spPr>
                  <a:xfrm>
                    <a:off x="0" y="0"/>
                    <a:ext cx="255270" cy="2552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270" h="255270">
                        <a:moveTo>
                          <a:pt x="255270" y="127635"/>
                        </a:moveTo>
                        <a:cubicBezTo>
                          <a:pt x="184785" y="127635"/>
                          <a:pt x="127635" y="184785"/>
                          <a:pt x="127635" y="255270"/>
                        </a:cubicBezTo>
                        <a:cubicBezTo>
                          <a:pt x="127635" y="184785"/>
                          <a:pt x="70485" y="127635"/>
                          <a:pt x="0" y="127635"/>
                        </a:cubicBezTo>
                        <a:cubicBezTo>
                          <a:pt x="70485" y="127635"/>
                          <a:pt x="127635" y="70485"/>
                          <a:pt x="127635" y="0"/>
                        </a:cubicBezTo>
                        <a:cubicBezTo>
                          <a:pt x="127635" y="70485"/>
                          <a:pt x="184785" y="127635"/>
                          <a:pt x="255270" y="127635"/>
                        </a:cubicBezTo>
                        <a:close/>
                      </a:path>
                    </a:pathLst>
                  </a:custGeom>
                  <a:solidFill>
                    <a:srgbClr val="373737"/>
                  </a:solidFill>
                </p:spPr>
              </p:sp>
            </p:grpSp>
            <p:sp>
              <p:nvSpPr>
                <p:cNvPr id="19" name="TextBox 19"/>
                <p:cNvSpPr txBox="1"/>
                <p:nvPr/>
              </p:nvSpPr>
              <p:spPr>
                <a:xfrm>
                  <a:off x="3846354" y="3061244"/>
                  <a:ext cx="11629931" cy="551433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l">
                    <a:lnSpc>
                      <a:spcPts val="4320"/>
                    </a:lnSpc>
                  </a:pPr>
                  <a:r>
                    <a:rPr lang="en-US" sz="3600" dirty="0">
                      <a:solidFill>
                        <a:srgbClr val="000000"/>
                      </a:solidFill>
                      <a:latin typeface="字由点字典黑 75J"/>
                      <a:ea typeface="字由点字典黑 75J"/>
                      <a:cs typeface="字由点字典黑 75J"/>
                      <a:sym typeface="字由点字典黑 75J"/>
                    </a:rPr>
                    <a:t>Add a new page of digital fridge</a:t>
                  </a:r>
                </a:p>
              </p:txBody>
            </p:sp>
          </p:grp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9C98ABE-EF86-43F6-E976-CAD92A98EEF4}"/>
              </a:ext>
            </a:extLst>
          </p:cNvPr>
          <p:cNvGrpSpPr/>
          <p:nvPr/>
        </p:nvGrpSpPr>
        <p:grpSpPr>
          <a:xfrm>
            <a:off x="914401" y="1107100"/>
            <a:ext cx="8993742" cy="743793"/>
            <a:chOff x="1364274" y="1067129"/>
            <a:chExt cx="8993742" cy="743793"/>
          </a:xfrm>
        </p:grpSpPr>
        <p:grpSp>
          <p:nvGrpSpPr>
            <p:cNvPr id="15" name="Group 15"/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790700" y="1067129"/>
              <a:ext cx="8567316" cy="74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</a:t>
              </a: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8064C150-14ED-310E-66E7-01B9CE8622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667"/>
          <a:stretch/>
        </p:blipFill>
        <p:spPr>
          <a:xfrm>
            <a:off x="7452281" y="4183411"/>
            <a:ext cx="4675909" cy="4457700"/>
          </a:xfrm>
          <a:prstGeom prst="rect">
            <a:avLst/>
          </a:prstGeom>
        </p:spPr>
      </p:pic>
      <p:sp>
        <p:nvSpPr>
          <p:cNvPr id="32" name="TextBox 20">
            <a:extLst>
              <a:ext uri="{FF2B5EF4-FFF2-40B4-BE49-F238E27FC236}">
                <a16:creationId xmlns:a16="http://schemas.microsoft.com/office/drawing/2014/main" id="{DC9A71DA-9716-4F7B-1FAA-33979D12D151}"/>
              </a:ext>
            </a:extLst>
          </p:cNvPr>
          <p:cNvSpPr txBox="1"/>
          <p:nvPr/>
        </p:nvSpPr>
        <p:spPr>
          <a:xfrm>
            <a:off x="1083669" y="4016776"/>
            <a:ext cx="6331240" cy="4260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The page can act differently according to the page is displaying or not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Display the items in a tidy form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Have a floating button, and after clicked it will show 2 options: write or scan code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Have the search function</a:t>
            </a:r>
            <a:endParaRPr lang="en-US" sz="2821" i="1" dirty="0">
              <a:solidFill>
                <a:srgbClr val="404040"/>
              </a:solidFill>
              <a:latin typeface="字由点字典黑 35J"/>
              <a:ea typeface="字由点字典黑 35J"/>
              <a:cs typeface="字由点字典黑 35J"/>
              <a:sym typeface="字由点字典黑 35J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4563012B-21ED-B9C4-3656-6F79A723BA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091" y="-5032"/>
            <a:ext cx="4675909" cy="1028700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327878A7-7DE7-F88E-E8EF-B3339C2AA8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012" b="3655"/>
          <a:stretch/>
        </p:blipFill>
        <p:spPr>
          <a:xfrm>
            <a:off x="12264329" y="5448300"/>
            <a:ext cx="4675909" cy="44577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D76E8-5065-DFD6-D989-F70002243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AE997BA-EEE6-4AE0-DE1F-3FC51337E74D}"/>
              </a:ext>
            </a:extLst>
          </p:cNvPr>
          <p:cNvGrpSpPr/>
          <p:nvPr/>
        </p:nvGrpSpPr>
        <p:grpSpPr>
          <a:xfrm>
            <a:off x="0" y="5032"/>
            <a:ext cx="18288000" cy="10287000"/>
            <a:chOff x="-13238003" y="955899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90A94549-88EB-AD51-E2AD-7C7ED7928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A0B8047-3D6F-F54D-E583-E22257742139}"/>
              </a:ext>
            </a:extLst>
          </p:cNvPr>
          <p:cNvGrpSpPr/>
          <p:nvPr/>
        </p:nvGrpSpPr>
        <p:grpSpPr>
          <a:xfrm>
            <a:off x="914400" y="2132653"/>
            <a:ext cx="9829799" cy="1476196"/>
            <a:chOff x="2151747" y="2703068"/>
            <a:chExt cx="13984506" cy="1476196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C62E89A0-2601-D37F-B2ED-3D7D3997D900}"/>
                </a:ext>
              </a:extLst>
            </p:cNvPr>
            <p:cNvGrpSpPr/>
            <p:nvPr/>
          </p:nvGrpSpPr>
          <p:grpSpPr>
            <a:xfrm>
              <a:off x="13972568" y="3843690"/>
              <a:ext cx="335574" cy="335574"/>
              <a:chOff x="0" y="0"/>
              <a:chExt cx="447432" cy="447432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DA7C14F4-BA9B-C79A-0932-1BC5580A8F77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6B34AA4E-A8DA-FF1D-458C-B0192A02EB84}"/>
                </a:ext>
              </a:extLst>
            </p:cNvPr>
            <p:cNvGrpSpPr/>
            <p:nvPr/>
          </p:nvGrpSpPr>
          <p:grpSpPr>
            <a:xfrm>
              <a:off x="14308142" y="3843690"/>
              <a:ext cx="335574" cy="335574"/>
              <a:chOff x="0" y="0"/>
              <a:chExt cx="447432" cy="447432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CF3AF067-9010-2AD5-496D-65B12E2A6380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87756CF9-9165-41D1-3EA2-182593FC58C6}"/>
                </a:ext>
              </a:extLst>
            </p:cNvPr>
            <p:cNvGrpSpPr/>
            <p:nvPr/>
          </p:nvGrpSpPr>
          <p:grpSpPr>
            <a:xfrm>
              <a:off x="14643715" y="3843690"/>
              <a:ext cx="335574" cy="335574"/>
              <a:chOff x="0" y="0"/>
              <a:chExt cx="447432" cy="447432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DB28A799-CB8A-D59F-ED6C-A05590EA09E4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AA1E768E-7AAF-00F0-5221-858A872759BE}"/>
                </a:ext>
              </a:extLst>
            </p:cNvPr>
            <p:cNvGrpSpPr/>
            <p:nvPr/>
          </p:nvGrpSpPr>
          <p:grpSpPr>
            <a:xfrm>
              <a:off x="2151747" y="2703068"/>
              <a:ext cx="13984506" cy="1318461"/>
              <a:chOff x="2151747" y="2702541"/>
              <a:chExt cx="13984506" cy="1318461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DBD34D0F-D30A-469C-AD46-E89EA99908CA}"/>
                  </a:ext>
                </a:extLst>
              </p:cNvPr>
              <p:cNvGrpSpPr/>
              <p:nvPr/>
            </p:nvGrpSpPr>
            <p:grpSpPr>
              <a:xfrm>
                <a:off x="2151747" y="2702541"/>
                <a:ext cx="13984506" cy="1318461"/>
                <a:chOff x="0" y="0"/>
                <a:chExt cx="18646008" cy="1757948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6EFBF92F-7937-33A3-00DB-34AF60896EF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2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4955FDA5-7F2D-86CD-7067-11847300409D}"/>
                  </a:ext>
                </a:extLst>
              </p:cNvPr>
              <p:cNvSpPr txBox="1"/>
              <p:nvPr/>
            </p:nvSpPr>
            <p:spPr>
              <a:xfrm>
                <a:off x="2743938" y="3032669"/>
                <a:ext cx="656774" cy="55143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320"/>
                  </a:lnSpc>
                </a:pPr>
                <a:r>
                  <a:rPr lang="en-US" sz="3600" dirty="0">
                    <a:solidFill>
                      <a:srgbClr val="373737"/>
                    </a:solidFill>
                    <a:latin typeface="Arimo"/>
                    <a:ea typeface="Arimo"/>
                    <a:cs typeface="Arimo"/>
                    <a:sym typeface="Arimo"/>
                  </a:rPr>
                  <a:t>2</a:t>
                </a:r>
              </a:p>
            </p:txBody>
          </p: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B5A91B96-12E0-10B6-926B-869ED347128D}"/>
                  </a:ext>
                </a:extLst>
              </p:cNvPr>
              <p:cNvGrpSpPr/>
              <p:nvPr/>
            </p:nvGrpSpPr>
            <p:grpSpPr>
              <a:xfrm>
                <a:off x="3492152" y="3042863"/>
                <a:ext cx="11151564" cy="647346"/>
                <a:chOff x="3492152" y="3042863"/>
                <a:chExt cx="11151564" cy="647346"/>
              </a:xfrm>
            </p:grpSpPr>
            <p:sp>
              <p:nvSpPr>
                <p:cNvPr id="6" name="AutoShape 6">
                  <a:extLst>
                    <a:ext uri="{FF2B5EF4-FFF2-40B4-BE49-F238E27FC236}">
                      <a16:creationId xmlns:a16="http://schemas.microsoft.com/office/drawing/2014/main" id="{38107FC7-C5E2-A11B-6CD0-F682300AB11C}"/>
                    </a:ext>
                  </a:extLst>
                </p:cNvPr>
                <p:cNvSpPr/>
                <p:nvPr/>
              </p:nvSpPr>
              <p:spPr>
                <a:xfrm flipV="1">
                  <a:off x="3583101" y="3042863"/>
                  <a:ext cx="9525" cy="647346"/>
                </a:xfrm>
                <a:prstGeom prst="line">
                  <a:avLst/>
                </a:prstGeom>
                <a:ln w="9525" cap="rnd">
                  <a:solidFill>
                    <a:srgbClr val="373737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7" name="Group 7">
                  <a:extLst>
                    <a:ext uri="{FF2B5EF4-FFF2-40B4-BE49-F238E27FC236}">
                      <a16:creationId xmlns:a16="http://schemas.microsoft.com/office/drawing/2014/main" id="{D68C2652-BF08-CD9E-8CA8-69BF0CF26CF2}"/>
                    </a:ext>
                  </a:extLst>
                </p:cNvPr>
                <p:cNvGrpSpPr/>
                <p:nvPr/>
              </p:nvGrpSpPr>
              <p:grpSpPr>
                <a:xfrm rot="5400000">
                  <a:off x="3492152" y="3266061"/>
                  <a:ext cx="191424" cy="191424"/>
                  <a:chOff x="0" y="0"/>
                  <a:chExt cx="255232" cy="255232"/>
                </a:xfrm>
              </p:grpSpPr>
              <p:sp>
                <p:nvSpPr>
                  <p:cNvPr id="8" name="Freeform 8">
                    <a:extLst>
                      <a:ext uri="{FF2B5EF4-FFF2-40B4-BE49-F238E27FC236}">
                        <a16:creationId xmlns:a16="http://schemas.microsoft.com/office/drawing/2014/main" id="{144B2572-82D1-A10B-B9F8-6A6FDA931418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55270" cy="2552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270" h="255270">
                        <a:moveTo>
                          <a:pt x="255270" y="127635"/>
                        </a:moveTo>
                        <a:cubicBezTo>
                          <a:pt x="184785" y="127635"/>
                          <a:pt x="127635" y="184785"/>
                          <a:pt x="127635" y="255270"/>
                        </a:cubicBezTo>
                        <a:cubicBezTo>
                          <a:pt x="127635" y="184785"/>
                          <a:pt x="70485" y="127635"/>
                          <a:pt x="0" y="127635"/>
                        </a:cubicBezTo>
                        <a:cubicBezTo>
                          <a:pt x="70485" y="127635"/>
                          <a:pt x="127635" y="70485"/>
                          <a:pt x="127635" y="0"/>
                        </a:cubicBezTo>
                        <a:cubicBezTo>
                          <a:pt x="127635" y="70485"/>
                          <a:pt x="184785" y="127635"/>
                          <a:pt x="255270" y="127635"/>
                        </a:cubicBezTo>
                        <a:close/>
                      </a:path>
                    </a:pathLst>
                  </a:custGeom>
                  <a:solidFill>
                    <a:srgbClr val="373737"/>
                  </a:solidFill>
                </p:spPr>
              </p:sp>
            </p:grpSp>
            <p:sp>
              <p:nvSpPr>
                <p:cNvPr id="19" name="TextBox 19">
                  <a:extLst>
                    <a:ext uri="{FF2B5EF4-FFF2-40B4-BE49-F238E27FC236}">
                      <a16:creationId xmlns:a16="http://schemas.microsoft.com/office/drawing/2014/main" id="{582E748A-97BD-92DA-CB07-C0738955E3BF}"/>
                    </a:ext>
                  </a:extLst>
                </p:cNvPr>
                <p:cNvSpPr txBox="1"/>
                <p:nvPr/>
              </p:nvSpPr>
              <p:spPr>
                <a:xfrm>
                  <a:off x="3846356" y="3061244"/>
                  <a:ext cx="10797360" cy="55143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4320"/>
                    </a:lnSpc>
                  </a:pPr>
                  <a:r>
                    <a:rPr lang="en-US" sz="3600" dirty="0">
                      <a:solidFill>
                        <a:srgbClr val="000000"/>
                      </a:solidFill>
                      <a:latin typeface="字由点字典黑 75J"/>
                      <a:ea typeface="字由点字典黑 75J"/>
                      <a:cs typeface="字由点字典黑 75J"/>
                      <a:sym typeface="字由点字典黑 75J"/>
                    </a:rPr>
                    <a:t>Create A New Item</a:t>
                  </a:r>
                </a:p>
              </p:txBody>
            </p:sp>
          </p:grp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39887F9-4EC6-4A51-44DB-DC6CD8160243}"/>
              </a:ext>
            </a:extLst>
          </p:cNvPr>
          <p:cNvGrpSpPr/>
          <p:nvPr/>
        </p:nvGrpSpPr>
        <p:grpSpPr>
          <a:xfrm>
            <a:off x="914401" y="1107100"/>
            <a:ext cx="8993742" cy="743793"/>
            <a:chOff x="1364274" y="1067129"/>
            <a:chExt cx="8993742" cy="743793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BE9B49A2-E67B-0EBD-DA9A-AE48E02871E9}"/>
                </a:ext>
              </a:extLst>
            </p:cNvPr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B8C3ECE6-CDC3-E1AB-9368-11F45C759A15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D08765A-9F0E-5E8A-A6B0-CEBB1FC04579}"/>
                </a:ext>
              </a:extLst>
            </p:cNvPr>
            <p:cNvSpPr txBox="1"/>
            <p:nvPr/>
          </p:nvSpPr>
          <p:spPr>
            <a:xfrm>
              <a:off x="1790700" y="1067129"/>
              <a:ext cx="8567316" cy="74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</a:t>
              </a: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  <p:sp>
        <p:nvSpPr>
          <p:cNvPr id="32" name="TextBox 20">
            <a:extLst>
              <a:ext uri="{FF2B5EF4-FFF2-40B4-BE49-F238E27FC236}">
                <a16:creationId xmlns:a16="http://schemas.microsoft.com/office/drawing/2014/main" id="{EA7523A3-90DC-666A-80C3-71C4C018A90B}"/>
              </a:ext>
            </a:extLst>
          </p:cNvPr>
          <p:cNvSpPr txBox="1"/>
          <p:nvPr/>
        </p:nvSpPr>
        <p:spPr>
          <a:xfrm>
            <a:off x="1083669" y="4016776"/>
            <a:ext cx="6011661" cy="2644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Can create a new item in this page 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The fields should  be at least filled with the name, the quantity and  the unit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29EBAC9E-D27B-755F-278A-47FCA9910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1990" y="9762"/>
            <a:ext cx="4675909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696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038C7-0047-F1AF-B0D1-F1F7D58BE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A8F9499-E979-6B57-EFEB-8E18F4396A6B}"/>
              </a:ext>
            </a:extLst>
          </p:cNvPr>
          <p:cNvGrpSpPr/>
          <p:nvPr/>
        </p:nvGrpSpPr>
        <p:grpSpPr>
          <a:xfrm>
            <a:off x="0" y="5032"/>
            <a:ext cx="18288000" cy="10287000"/>
            <a:chOff x="-13238003" y="955899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BA00A456-FC0A-DC6E-BF30-89A78ECC4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83BC5DC-16E0-FCEF-9461-F2CFD4C26357}"/>
              </a:ext>
            </a:extLst>
          </p:cNvPr>
          <p:cNvGrpSpPr/>
          <p:nvPr/>
        </p:nvGrpSpPr>
        <p:grpSpPr>
          <a:xfrm>
            <a:off x="914400" y="2132653"/>
            <a:ext cx="9829799" cy="1476196"/>
            <a:chOff x="2151747" y="2703068"/>
            <a:chExt cx="13984506" cy="1476196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F08E634F-1B86-52AA-143D-6AFC94BEBBEB}"/>
                </a:ext>
              </a:extLst>
            </p:cNvPr>
            <p:cNvGrpSpPr/>
            <p:nvPr/>
          </p:nvGrpSpPr>
          <p:grpSpPr>
            <a:xfrm>
              <a:off x="13972568" y="3843690"/>
              <a:ext cx="335574" cy="335574"/>
              <a:chOff x="0" y="0"/>
              <a:chExt cx="447432" cy="447432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ABFFBCC-50DC-7E86-6E1E-8CC8E8602529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92B58BEE-A88B-C811-E942-AFA4759E75DF}"/>
                </a:ext>
              </a:extLst>
            </p:cNvPr>
            <p:cNvGrpSpPr/>
            <p:nvPr/>
          </p:nvGrpSpPr>
          <p:grpSpPr>
            <a:xfrm>
              <a:off x="14308142" y="3843690"/>
              <a:ext cx="335574" cy="335574"/>
              <a:chOff x="0" y="0"/>
              <a:chExt cx="447432" cy="447432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3C442A0A-BA16-7EB2-4816-6DC62ADE4A42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5063A16E-4B35-A5FE-F099-843A8C90F82D}"/>
                </a:ext>
              </a:extLst>
            </p:cNvPr>
            <p:cNvGrpSpPr/>
            <p:nvPr/>
          </p:nvGrpSpPr>
          <p:grpSpPr>
            <a:xfrm>
              <a:off x="14643715" y="3843690"/>
              <a:ext cx="335574" cy="335574"/>
              <a:chOff x="0" y="0"/>
              <a:chExt cx="447432" cy="447432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A6B6F753-D65D-E804-2FC6-5ECFC2721D95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88ECB434-7BA9-4B24-2EA9-42747F6B187D}"/>
                </a:ext>
              </a:extLst>
            </p:cNvPr>
            <p:cNvGrpSpPr/>
            <p:nvPr/>
          </p:nvGrpSpPr>
          <p:grpSpPr>
            <a:xfrm>
              <a:off x="2151747" y="2703068"/>
              <a:ext cx="13984506" cy="1318461"/>
              <a:chOff x="2151747" y="2702541"/>
              <a:chExt cx="13984506" cy="1318461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717CF966-2134-699A-ADC4-2FAB29F65FC4}"/>
                  </a:ext>
                </a:extLst>
              </p:cNvPr>
              <p:cNvGrpSpPr/>
              <p:nvPr/>
            </p:nvGrpSpPr>
            <p:grpSpPr>
              <a:xfrm>
                <a:off x="2151747" y="2702541"/>
                <a:ext cx="13984506" cy="1318461"/>
                <a:chOff x="0" y="0"/>
                <a:chExt cx="18646008" cy="1757948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741BFED1-7C5F-33A1-CC13-3A425A4A940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2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60BD2F86-0E0C-14DD-2022-5C96E078C6B8}"/>
                  </a:ext>
                </a:extLst>
              </p:cNvPr>
              <p:cNvSpPr txBox="1"/>
              <p:nvPr/>
            </p:nvSpPr>
            <p:spPr>
              <a:xfrm>
                <a:off x="2743938" y="3032669"/>
                <a:ext cx="656774" cy="55143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320"/>
                  </a:lnSpc>
                </a:pPr>
                <a:r>
                  <a:rPr lang="en-US" sz="3600" dirty="0">
                    <a:solidFill>
                      <a:srgbClr val="373737"/>
                    </a:solidFill>
                    <a:latin typeface="Arimo"/>
                    <a:ea typeface="Arimo"/>
                    <a:cs typeface="Arimo"/>
                    <a:sym typeface="Arimo"/>
                  </a:rPr>
                  <a:t>2</a:t>
                </a:r>
              </a:p>
            </p:txBody>
          </p: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F3E7B56A-7D4C-CCA1-0565-7661B353D998}"/>
                  </a:ext>
                </a:extLst>
              </p:cNvPr>
              <p:cNvGrpSpPr/>
              <p:nvPr/>
            </p:nvGrpSpPr>
            <p:grpSpPr>
              <a:xfrm>
                <a:off x="3492152" y="3042863"/>
                <a:ext cx="11151564" cy="647346"/>
                <a:chOff x="3492152" y="3042863"/>
                <a:chExt cx="11151564" cy="647346"/>
              </a:xfrm>
            </p:grpSpPr>
            <p:sp>
              <p:nvSpPr>
                <p:cNvPr id="6" name="AutoShape 6">
                  <a:extLst>
                    <a:ext uri="{FF2B5EF4-FFF2-40B4-BE49-F238E27FC236}">
                      <a16:creationId xmlns:a16="http://schemas.microsoft.com/office/drawing/2014/main" id="{C62EDFB1-ACF1-B17B-3198-009AC9FDE27A}"/>
                    </a:ext>
                  </a:extLst>
                </p:cNvPr>
                <p:cNvSpPr/>
                <p:nvPr/>
              </p:nvSpPr>
              <p:spPr>
                <a:xfrm flipV="1">
                  <a:off x="3583101" y="3042863"/>
                  <a:ext cx="9525" cy="647346"/>
                </a:xfrm>
                <a:prstGeom prst="line">
                  <a:avLst/>
                </a:prstGeom>
                <a:ln w="9525" cap="rnd">
                  <a:solidFill>
                    <a:srgbClr val="373737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7" name="Group 7">
                  <a:extLst>
                    <a:ext uri="{FF2B5EF4-FFF2-40B4-BE49-F238E27FC236}">
                      <a16:creationId xmlns:a16="http://schemas.microsoft.com/office/drawing/2014/main" id="{F54B996E-570A-F53A-3D23-3E76D02CCDB1}"/>
                    </a:ext>
                  </a:extLst>
                </p:cNvPr>
                <p:cNvGrpSpPr/>
                <p:nvPr/>
              </p:nvGrpSpPr>
              <p:grpSpPr>
                <a:xfrm rot="5400000">
                  <a:off x="3492152" y="3266061"/>
                  <a:ext cx="191424" cy="191424"/>
                  <a:chOff x="0" y="0"/>
                  <a:chExt cx="255232" cy="255232"/>
                </a:xfrm>
              </p:grpSpPr>
              <p:sp>
                <p:nvSpPr>
                  <p:cNvPr id="8" name="Freeform 8">
                    <a:extLst>
                      <a:ext uri="{FF2B5EF4-FFF2-40B4-BE49-F238E27FC236}">
                        <a16:creationId xmlns:a16="http://schemas.microsoft.com/office/drawing/2014/main" id="{DD858436-2BE9-45E1-7F86-9D25A678BE88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55270" cy="2552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270" h="255270">
                        <a:moveTo>
                          <a:pt x="255270" y="127635"/>
                        </a:moveTo>
                        <a:cubicBezTo>
                          <a:pt x="184785" y="127635"/>
                          <a:pt x="127635" y="184785"/>
                          <a:pt x="127635" y="255270"/>
                        </a:cubicBezTo>
                        <a:cubicBezTo>
                          <a:pt x="127635" y="184785"/>
                          <a:pt x="70485" y="127635"/>
                          <a:pt x="0" y="127635"/>
                        </a:cubicBezTo>
                        <a:cubicBezTo>
                          <a:pt x="70485" y="127635"/>
                          <a:pt x="127635" y="70485"/>
                          <a:pt x="127635" y="0"/>
                        </a:cubicBezTo>
                        <a:cubicBezTo>
                          <a:pt x="127635" y="70485"/>
                          <a:pt x="184785" y="127635"/>
                          <a:pt x="255270" y="127635"/>
                        </a:cubicBezTo>
                        <a:close/>
                      </a:path>
                    </a:pathLst>
                  </a:custGeom>
                  <a:solidFill>
                    <a:srgbClr val="373737"/>
                  </a:solidFill>
                </p:spPr>
              </p:sp>
            </p:grpSp>
            <p:sp>
              <p:nvSpPr>
                <p:cNvPr id="19" name="TextBox 19">
                  <a:extLst>
                    <a:ext uri="{FF2B5EF4-FFF2-40B4-BE49-F238E27FC236}">
                      <a16:creationId xmlns:a16="http://schemas.microsoft.com/office/drawing/2014/main" id="{C32FBAF1-DB37-35EC-DC02-DADD1D2AAB74}"/>
                    </a:ext>
                  </a:extLst>
                </p:cNvPr>
                <p:cNvSpPr txBox="1"/>
                <p:nvPr/>
              </p:nvSpPr>
              <p:spPr>
                <a:xfrm>
                  <a:off x="3846356" y="3061244"/>
                  <a:ext cx="10797360" cy="55143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4320"/>
                    </a:lnSpc>
                  </a:pPr>
                  <a:r>
                    <a:rPr lang="en-US" sz="3600" dirty="0">
                      <a:solidFill>
                        <a:srgbClr val="000000"/>
                      </a:solidFill>
                      <a:latin typeface="字由点字典黑 75J"/>
                      <a:ea typeface="字由点字典黑 75J"/>
                      <a:cs typeface="字由点字典黑 75J"/>
                      <a:sym typeface="字由点字典黑 75J"/>
                    </a:rPr>
                    <a:t>Create A New Item</a:t>
                  </a:r>
                </a:p>
              </p:txBody>
            </p:sp>
          </p:grp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C300F76-EE08-E410-6D64-0F2A9A0C0721}"/>
              </a:ext>
            </a:extLst>
          </p:cNvPr>
          <p:cNvGrpSpPr/>
          <p:nvPr/>
        </p:nvGrpSpPr>
        <p:grpSpPr>
          <a:xfrm>
            <a:off x="914401" y="1107100"/>
            <a:ext cx="8993742" cy="743793"/>
            <a:chOff x="1364274" y="1067129"/>
            <a:chExt cx="8993742" cy="743793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CB9D30E2-D806-0E27-E705-03DB438B94D7}"/>
                </a:ext>
              </a:extLst>
            </p:cNvPr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A2258F8C-6E46-FE8C-4832-562B7E8DA9AF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962EB55-1869-E4CF-0F09-7923525BA226}"/>
                </a:ext>
              </a:extLst>
            </p:cNvPr>
            <p:cNvSpPr txBox="1"/>
            <p:nvPr/>
          </p:nvSpPr>
          <p:spPr>
            <a:xfrm>
              <a:off x="1790700" y="1067129"/>
              <a:ext cx="8567316" cy="74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</a:t>
              </a: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  <p:sp>
        <p:nvSpPr>
          <p:cNvPr id="32" name="TextBox 20">
            <a:extLst>
              <a:ext uri="{FF2B5EF4-FFF2-40B4-BE49-F238E27FC236}">
                <a16:creationId xmlns:a16="http://schemas.microsoft.com/office/drawing/2014/main" id="{5981CD70-15A1-2094-F3CC-B3DD3372E802}"/>
              </a:ext>
            </a:extLst>
          </p:cNvPr>
          <p:cNvSpPr txBox="1"/>
          <p:nvPr/>
        </p:nvSpPr>
        <p:spPr>
          <a:xfrm>
            <a:off x="1083669" y="4016776"/>
            <a:ext cx="6011661" cy="2644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If you want to save an item without filling up the necessary name or quantity or unit, a message will pop up to remind you</a:t>
            </a:r>
            <a:endParaRPr lang="en-US" sz="2821" i="1" dirty="0">
              <a:solidFill>
                <a:srgbClr val="404040"/>
              </a:solidFill>
              <a:latin typeface="字由点字典黑 35J"/>
              <a:ea typeface="字由点字典黑 35J"/>
              <a:cs typeface="字由点字典黑 35J"/>
              <a:sym typeface="字由点字典黑 35J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D56DECD8-A67C-6ADD-3A84-D980B5C97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7840" y="28755"/>
            <a:ext cx="4675909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23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45E63-3DC3-8157-4EFD-6534E898B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2D08FC3-586A-B813-66D7-D3D3F91721CB}"/>
              </a:ext>
            </a:extLst>
          </p:cNvPr>
          <p:cNvGrpSpPr/>
          <p:nvPr/>
        </p:nvGrpSpPr>
        <p:grpSpPr>
          <a:xfrm>
            <a:off x="0" y="5032"/>
            <a:ext cx="18288000" cy="10287000"/>
            <a:chOff x="-13238003" y="955899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07000394-17D7-D22E-2BAC-211390C38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02F41EA-65E9-C117-AC36-784157516BC1}"/>
              </a:ext>
            </a:extLst>
          </p:cNvPr>
          <p:cNvGrpSpPr/>
          <p:nvPr/>
        </p:nvGrpSpPr>
        <p:grpSpPr>
          <a:xfrm>
            <a:off x="914400" y="2132653"/>
            <a:ext cx="9829799" cy="1476196"/>
            <a:chOff x="2151747" y="2703068"/>
            <a:chExt cx="13984506" cy="1476196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4521C20B-F692-2486-298F-A21D6ED75D9A}"/>
                </a:ext>
              </a:extLst>
            </p:cNvPr>
            <p:cNvGrpSpPr/>
            <p:nvPr/>
          </p:nvGrpSpPr>
          <p:grpSpPr>
            <a:xfrm>
              <a:off x="13972568" y="3843690"/>
              <a:ext cx="335574" cy="335574"/>
              <a:chOff x="0" y="0"/>
              <a:chExt cx="447432" cy="447432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C67C775D-A58B-B5FC-CEAB-D806766F12B3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95F47A52-A393-356A-82E6-8AF59E191FFF}"/>
                </a:ext>
              </a:extLst>
            </p:cNvPr>
            <p:cNvGrpSpPr/>
            <p:nvPr/>
          </p:nvGrpSpPr>
          <p:grpSpPr>
            <a:xfrm>
              <a:off x="14308142" y="3843690"/>
              <a:ext cx="335574" cy="335574"/>
              <a:chOff x="0" y="0"/>
              <a:chExt cx="447432" cy="447432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75806369-C6B6-6DE0-23EB-1AD7012DCE2E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D4C23E67-8600-1121-04EA-1AFC4887F59F}"/>
                </a:ext>
              </a:extLst>
            </p:cNvPr>
            <p:cNvGrpSpPr/>
            <p:nvPr/>
          </p:nvGrpSpPr>
          <p:grpSpPr>
            <a:xfrm>
              <a:off x="14643715" y="3843690"/>
              <a:ext cx="335574" cy="335574"/>
              <a:chOff x="0" y="0"/>
              <a:chExt cx="447432" cy="447432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7F49F179-B6CF-0C07-E1D8-9E15CE8F1F38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9AA2B7AD-25D0-0FAA-14F8-1E502CA5E6EF}"/>
                </a:ext>
              </a:extLst>
            </p:cNvPr>
            <p:cNvGrpSpPr/>
            <p:nvPr/>
          </p:nvGrpSpPr>
          <p:grpSpPr>
            <a:xfrm>
              <a:off x="2151747" y="2703068"/>
              <a:ext cx="13984506" cy="1318461"/>
              <a:chOff x="2151747" y="2702541"/>
              <a:chExt cx="13984506" cy="1318461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E225F5F7-2A1B-D17D-9A84-3321252467A0}"/>
                  </a:ext>
                </a:extLst>
              </p:cNvPr>
              <p:cNvGrpSpPr/>
              <p:nvPr/>
            </p:nvGrpSpPr>
            <p:grpSpPr>
              <a:xfrm>
                <a:off x="2151747" y="2702541"/>
                <a:ext cx="13984506" cy="1318461"/>
                <a:chOff x="0" y="0"/>
                <a:chExt cx="18646008" cy="1757948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880A8EDD-2A12-DFE5-71FF-04AB5678E14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2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EC6A34FA-B3BE-3220-69C6-69E8883DED46}"/>
                  </a:ext>
                </a:extLst>
              </p:cNvPr>
              <p:cNvSpPr txBox="1"/>
              <p:nvPr/>
            </p:nvSpPr>
            <p:spPr>
              <a:xfrm>
                <a:off x="2743938" y="3032669"/>
                <a:ext cx="656774" cy="55143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320"/>
                  </a:lnSpc>
                </a:pPr>
                <a:r>
                  <a:rPr lang="en-US" sz="3600" dirty="0">
                    <a:solidFill>
                      <a:srgbClr val="373737"/>
                    </a:solidFill>
                    <a:latin typeface="Arimo"/>
                    <a:ea typeface="Arimo"/>
                    <a:cs typeface="Arimo"/>
                    <a:sym typeface="Arimo"/>
                  </a:rPr>
                  <a:t>2</a:t>
                </a:r>
              </a:p>
            </p:txBody>
          </p: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18C7868F-BA84-EA47-AFA0-592E68CBA249}"/>
                  </a:ext>
                </a:extLst>
              </p:cNvPr>
              <p:cNvGrpSpPr/>
              <p:nvPr/>
            </p:nvGrpSpPr>
            <p:grpSpPr>
              <a:xfrm>
                <a:off x="3492152" y="3042863"/>
                <a:ext cx="11151564" cy="647346"/>
                <a:chOff x="3492152" y="3042863"/>
                <a:chExt cx="11151564" cy="647346"/>
              </a:xfrm>
            </p:grpSpPr>
            <p:sp>
              <p:nvSpPr>
                <p:cNvPr id="6" name="AutoShape 6">
                  <a:extLst>
                    <a:ext uri="{FF2B5EF4-FFF2-40B4-BE49-F238E27FC236}">
                      <a16:creationId xmlns:a16="http://schemas.microsoft.com/office/drawing/2014/main" id="{72DBF6E6-ACE6-90F5-D300-D35847825B75}"/>
                    </a:ext>
                  </a:extLst>
                </p:cNvPr>
                <p:cNvSpPr/>
                <p:nvPr/>
              </p:nvSpPr>
              <p:spPr>
                <a:xfrm flipV="1">
                  <a:off x="3583101" y="3042863"/>
                  <a:ext cx="9525" cy="647346"/>
                </a:xfrm>
                <a:prstGeom prst="line">
                  <a:avLst/>
                </a:prstGeom>
                <a:ln w="9525" cap="rnd">
                  <a:solidFill>
                    <a:srgbClr val="373737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7" name="Group 7">
                  <a:extLst>
                    <a:ext uri="{FF2B5EF4-FFF2-40B4-BE49-F238E27FC236}">
                      <a16:creationId xmlns:a16="http://schemas.microsoft.com/office/drawing/2014/main" id="{2B8A7193-12D2-609D-53F5-EA003A4721AA}"/>
                    </a:ext>
                  </a:extLst>
                </p:cNvPr>
                <p:cNvGrpSpPr/>
                <p:nvPr/>
              </p:nvGrpSpPr>
              <p:grpSpPr>
                <a:xfrm rot="5400000">
                  <a:off x="3492152" y="3266061"/>
                  <a:ext cx="191424" cy="191424"/>
                  <a:chOff x="0" y="0"/>
                  <a:chExt cx="255232" cy="255232"/>
                </a:xfrm>
              </p:grpSpPr>
              <p:sp>
                <p:nvSpPr>
                  <p:cNvPr id="8" name="Freeform 8">
                    <a:extLst>
                      <a:ext uri="{FF2B5EF4-FFF2-40B4-BE49-F238E27FC236}">
                        <a16:creationId xmlns:a16="http://schemas.microsoft.com/office/drawing/2014/main" id="{E9B54CF6-653E-8721-BE06-8A6F475FDEE4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55270" cy="2552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270" h="255270">
                        <a:moveTo>
                          <a:pt x="255270" y="127635"/>
                        </a:moveTo>
                        <a:cubicBezTo>
                          <a:pt x="184785" y="127635"/>
                          <a:pt x="127635" y="184785"/>
                          <a:pt x="127635" y="255270"/>
                        </a:cubicBezTo>
                        <a:cubicBezTo>
                          <a:pt x="127635" y="184785"/>
                          <a:pt x="70485" y="127635"/>
                          <a:pt x="0" y="127635"/>
                        </a:cubicBezTo>
                        <a:cubicBezTo>
                          <a:pt x="70485" y="127635"/>
                          <a:pt x="127635" y="70485"/>
                          <a:pt x="127635" y="0"/>
                        </a:cubicBezTo>
                        <a:cubicBezTo>
                          <a:pt x="127635" y="70485"/>
                          <a:pt x="184785" y="127635"/>
                          <a:pt x="255270" y="127635"/>
                        </a:cubicBezTo>
                        <a:close/>
                      </a:path>
                    </a:pathLst>
                  </a:custGeom>
                  <a:solidFill>
                    <a:srgbClr val="373737"/>
                  </a:solidFill>
                </p:spPr>
              </p:sp>
            </p:grpSp>
            <p:sp>
              <p:nvSpPr>
                <p:cNvPr id="19" name="TextBox 19">
                  <a:extLst>
                    <a:ext uri="{FF2B5EF4-FFF2-40B4-BE49-F238E27FC236}">
                      <a16:creationId xmlns:a16="http://schemas.microsoft.com/office/drawing/2014/main" id="{6093A34F-D66A-F014-E0B7-7E9D8DCC56CF}"/>
                    </a:ext>
                  </a:extLst>
                </p:cNvPr>
                <p:cNvSpPr txBox="1"/>
                <p:nvPr/>
              </p:nvSpPr>
              <p:spPr>
                <a:xfrm>
                  <a:off x="3846356" y="3061244"/>
                  <a:ext cx="10797360" cy="55143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4320"/>
                    </a:lnSpc>
                  </a:pPr>
                  <a:r>
                    <a:rPr lang="en-US" sz="3600" dirty="0">
                      <a:solidFill>
                        <a:srgbClr val="000000"/>
                      </a:solidFill>
                      <a:latin typeface="字由点字典黑 75J"/>
                      <a:ea typeface="字由点字典黑 75J"/>
                      <a:cs typeface="字由点字典黑 75J"/>
                      <a:sym typeface="字由点字典黑 75J"/>
                    </a:rPr>
                    <a:t>Create A New Item</a:t>
                  </a:r>
                </a:p>
              </p:txBody>
            </p:sp>
          </p:grp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D51F404-2349-80B6-6BBE-93FE58A33EBE}"/>
              </a:ext>
            </a:extLst>
          </p:cNvPr>
          <p:cNvGrpSpPr/>
          <p:nvPr/>
        </p:nvGrpSpPr>
        <p:grpSpPr>
          <a:xfrm>
            <a:off x="914401" y="1107100"/>
            <a:ext cx="8993742" cy="743793"/>
            <a:chOff x="1364274" y="1067129"/>
            <a:chExt cx="8993742" cy="743793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C1766F93-464F-9260-27BC-F2260FB8E500}"/>
                </a:ext>
              </a:extLst>
            </p:cNvPr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57AABC70-468B-1B25-D087-E4A06E53A1AE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8034D35-3347-A0D5-DFBC-C6D7955511B6}"/>
                </a:ext>
              </a:extLst>
            </p:cNvPr>
            <p:cNvSpPr txBox="1"/>
            <p:nvPr/>
          </p:nvSpPr>
          <p:spPr>
            <a:xfrm>
              <a:off x="1790700" y="1067129"/>
              <a:ext cx="8567316" cy="74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</a:t>
              </a: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  <p:sp>
        <p:nvSpPr>
          <p:cNvPr id="32" name="TextBox 20">
            <a:extLst>
              <a:ext uri="{FF2B5EF4-FFF2-40B4-BE49-F238E27FC236}">
                <a16:creationId xmlns:a16="http://schemas.microsoft.com/office/drawing/2014/main" id="{70D6A9B0-A2D4-C4DE-4729-044F4C288532}"/>
              </a:ext>
            </a:extLst>
          </p:cNvPr>
          <p:cNvSpPr txBox="1"/>
          <p:nvPr/>
        </p:nvSpPr>
        <p:spPr>
          <a:xfrm>
            <a:off x="1083669" y="4016776"/>
            <a:ext cx="9660532" cy="102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When selecting an expiration  date, a message will pop up to remind you </a:t>
            </a:r>
            <a:r>
              <a:rPr lang="en-GB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of</a:t>
            </a:r>
            <a:r>
              <a:rPr lang="zh-CN" alt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 </a:t>
            </a:r>
            <a:r>
              <a:rPr lang="en-GB" altLang="zh-CN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your</a:t>
            </a:r>
            <a:r>
              <a:rPr lang="zh-CN" alt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 </a:t>
            </a:r>
            <a:r>
              <a:rPr lang="en-GB" altLang="zh-CN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choice</a:t>
            </a:r>
            <a:endParaRPr lang="en-US" sz="2821" i="1" dirty="0">
              <a:solidFill>
                <a:srgbClr val="404040"/>
              </a:solidFill>
              <a:latin typeface="字由点字典黑 35J"/>
              <a:ea typeface="字由点字典黑 35J"/>
              <a:cs typeface="字由点字典黑 35J"/>
              <a:sym typeface="字由点字典黑 35J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DE75126-BE04-C310-4DCB-B1DB1FE646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864" y="5032"/>
            <a:ext cx="4675909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524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FB701-45D1-D4EC-7CE3-A66437BCD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226FCEC-2F60-C1CA-3A15-6CE8B8C24623}"/>
              </a:ext>
            </a:extLst>
          </p:cNvPr>
          <p:cNvGrpSpPr/>
          <p:nvPr/>
        </p:nvGrpSpPr>
        <p:grpSpPr>
          <a:xfrm>
            <a:off x="0" y="5032"/>
            <a:ext cx="18288000" cy="10287000"/>
            <a:chOff x="-13238003" y="955899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BD379ACD-E7D4-89D1-E3B9-949BF12EC0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5E5FB5B-D25F-BEA5-4395-E4CEE9C2BB87}"/>
              </a:ext>
            </a:extLst>
          </p:cNvPr>
          <p:cNvGrpSpPr/>
          <p:nvPr/>
        </p:nvGrpSpPr>
        <p:grpSpPr>
          <a:xfrm>
            <a:off x="1082231" y="2959251"/>
            <a:ext cx="9829799" cy="1476196"/>
            <a:chOff x="2151747" y="2703068"/>
            <a:chExt cx="13984506" cy="1476196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F9F9927-ED71-7276-C237-715BCF702B03}"/>
                </a:ext>
              </a:extLst>
            </p:cNvPr>
            <p:cNvGrpSpPr/>
            <p:nvPr/>
          </p:nvGrpSpPr>
          <p:grpSpPr>
            <a:xfrm>
              <a:off x="13972568" y="3843690"/>
              <a:ext cx="335574" cy="335574"/>
              <a:chOff x="0" y="0"/>
              <a:chExt cx="447432" cy="447432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C4E952BD-392E-6A71-7AAF-CFC61AE17812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B0C97DE8-6B54-8DFC-AAA1-E75E57114E0C}"/>
                </a:ext>
              </a:extLst>
            </p:cNvPr>
            <p:cNvGrpSpPr/>
            <p:nvPr/>
          </p:nvGrpSpPr>
          <p:grpSpPr>
            <a:xfrm>
              <a:off x="14308142" y="3843690"/>
              <a:ext cx="335574" cy="335574"/>
              <a:chOff x="0" y="0"/>
              <a:chExt cx="447432" cy="447432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95FA38F0-B3BF-B9AF-D7DF-6A986A851BF2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F00DF29A-22AD-D92A-022D-61F1F32600BA}"/>
                </a:ext>
              </a:extLst>
            </p:cNvPr>
            <p:cNvGrpSpPr/>
            <p:nvPr/>
          </p:nvGrpSpPr>
          <p:grpSpPr>
            <a:xfrm>
              <a:off x="14643715" y="3843690"/>
              <a:ext cx="335574" cy="335574"/>
              <a:chOff x="0" y="0"/>
              <a:chExt cx="447432" cy="447432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AB669B77-FDA7-197C-32A0-54A3F89E5F6B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D6233C84-1F90-D487-C7EB-2EF8E3FA1511}"/>
                </a:ext>
              </a:extLst>
            </p:cNvPr>
            <p:cNvGrpSpPr/>
            <p:nvPr/>
          </p:nvGrpSpPr>
          <p:grpSpPr>
            <a:xfrm>
              <a:off x="2151747" y="2703068"/>
              <a:ext cx="13984506" cy="1318461"/>
              <a:chOff x="2151747" y="2702541"/>
              <a:chExt cx="13984506" cy="1318461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DBFED832-AD1E-3DED-C075-5B9CB3BB11CA}"/>
                  </a:ext>
                </a:extLst>
              </p:cNvPr>
              <p:cNvGrpSpPr/>
              <p:nvPr/>
            </p:nvGrpSpPr>
            <p:grpSpPr>
              <a:xfrm>
                <a:off x="2151747" y="2702541"/>
                <a:ext cx="13984506" cy="1318461"/>
                <a:chOff x="0" y="0"/>
                <a:chExt cx="18646008" cy="1757948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05E69C00-614E-CCD1-ACAB-94EFD93419E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2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355ABA92-B6BA-ABEE-3C9D-A097E18A2B24}"/>
                  </a:ext>
                </a:extLst>
              </p:cNvPr>
              <p:cNvSpPr txBox="1"/>
              <p:nvPr/>
            </p:nvSpPr>
            <p:spPr>
              <a:xfrm>
                <a:off x="2743938" y="3032669"/>
                <a:ext cx="656774" cy="55143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320"/>
                  </a:lnSpc>
                </a:pPr>
                <a:r>
                  <a:rPr lang="en-US" sz="3600" dirty="0">
                    <a:solidFill>
                      <a:srgbClr val="373737"/>
                    </a:solidFill>
                    <a:latin typeface="Arimo"/>
                    <a:ea typeface="Arimo"/>
                    <a:cs typeface="Arimo"/>
                    <a:sym typeface="Arimo"/>
                  </a:rPr>
                  <a:t>3</a:t>
                </a:r>
              </a:p>
            </p:txBody>
          </p: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EA54A4B0-866A-0DAD-9879-0B5C66DD1FC5}"/>
                  </a:ext>
                </a:extLst>
              </p:cNvPr>
              <p:cNvGrpSpPr/>
              <p:nvPr/>
            </p:nvGrpSpPr>
            <p:grpSpPr>
              <a:xfrm>
                <a:off x="3492152" y="3042863"/>
                <a:ext cx="12405335" cy="647346"/>
                <a:chOff x="3492152" y="3042863"/>
                <a:chExt cx="12405335" cy="647346"/>
              </a:xfrm>
            </p:grpSpPr>
            <p:sp>
              <p:nvSpPr>
                <p:cNvPr id="6" name="AutoShape 6">
                  <a:extLst>
                    <a:ext uri="{FF2B5EF4-FFF2-40B4-BE49-F238E27FC236}">
                      <a16:creationId xmlns:a16="http://schemas.microsoft.com/office/drawing/2014/main" id="{BC588CD3-4FB0-C698-5EC2-DA220CB44A36}"/>
                    </a:ext>
                  </a:extLst>
                </p:cNvPr>
                <p:cNvSpPr/>
                <p:nvPr/>
              </p:nvSpPr>
              <p:spPr>
                <a:xfrm flipV="1">
                  <a:off x="3583101" y="3042863"/>
                  <a:ext cx="9525" cy="647346"/>
                </a:xfrm>
                <a:prstGeom prst="line">
                  <a:avLst/>
                </a:prstGeom>
                <a:ln w="9525" cap="rnd">
                  <a:solidFill>
                    <a:srgbClr val="373737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7" name="Group 7">
                  <a:extLst>
                    <a:ext uri="{FF2B5EF4-FFF2-40B4-BE49-F238E27FC236}">
                      <a16:creationId xmlns:a16="http://schemas.microsoft.com/office/drawing/2014/main" id="{C80D6F1E-C376-A2BF-3F9F-F01C399EE8E5}"/>
                    </a:ext>
                  </a:extLst>
                </p:cNvPr>
                <p:cNvGrpSpPr/>
                <p:nvPr/>
              </p:nvGrpSpPr>
              <p:grpSpPr>
                <a:xfrm rot="5400000">
                  <a:off x="3492152" y="3266061"/>
                  <a:ext cx="191424" cy="191424"/>
                  <a:chOff x="0" y="0"/>
                  <a:chExt cx="255232" cy="255232"/>
                </a:xfrm>
              </p:grpSpPr>
              <p:sp>
                <p:nvSpPr>
                  <p:cNvPr id="8" name="Freeform 8">
                    <a:extLst>
                      <a:ext uri="{FF2B5EF4-FFF2-40B4-BE49-F238E27FC236}">
                        <a16:creationId xmlns:a16="http://schemas.microsoft.com/office/drawing/2014/main" id="{F0063619-01BC-2E7F-2FE3-1A01B4992217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55270" cy="2552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270" h="255270">
                        <a:moveTo>
                          <a:pt x="255270" y="127635"/>
                        </a:moveTo>
                        <a:cubicBezTo>
                          <a:pt x="184785" y="127635"/>
                          <a:pt x="127635" y="184785"/>
                          <a:pt x="127635" y="255270"/>
                        </a:cubicBezTo>
                        <a:cubicBezTo>
                          <a:pt x="127635" y="184785"/>
                          <a:pt x="70485" y="127635"/>
                          <a:pt x="0" y="127635"/>
                        </a:cubicBezTo>
                        <a:cubicBezTo>
                          <a:pt x="70485" y="127635"/>
                          <a:pt x="127635" y="70485"/>
                          <a:pt x="127635" y="0"/>
                        </a:cubicBezTo>
                        <a:cubicBezTo>
                          <a:pt x="127635" y="70485"/>
                          <a:pt x="184785" y="127635"/>
                          <a:pt x="255270" y="127635"/>
                        </a:cubicBezTo>
                        <a:close/>
                      </a:path>
                    </a:pathLst>
                  </a:custGeom>
                  <a:solidFill>
                    <a:srgbClr val="373737"/>
                  </a:solidFill>
                </p:spPr>
              </p:sp>
            </p:grpSp>
            <p:sp>
              <p:nvSpPr>
                <p:cNvPr id="19" name="TextBox 19">
                  <a:extLst>
                    <a:ext uri="{FF2B5EF4-FFF2-40B4-BE49-F238E27FC236}">
                      <a16:creationId xmlns:a16="http://schemas.microsoft.com/office/drawing/2014/main" id="{51776285-EE1C-72FD-E789-A0E4EA53B678}"/>
                    </a:ext>
                  </a:extLst>
                </p:cNvPr>
                <p:cNvSpPr txBox="1"/>
                <p:nvPr/>
              </p:nvSpPr>
              <p:spPr>
                <a:xfrm>
                  <a:off x="3846354" y="3061244"/>
                  <a:ext cx="12051133" cy="551433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l">
                    <a:lnSpc>
                      <a:spcPts val="4320"/>
                    </a:lnSpc>
                  </a:pPr>
                  <a:r>
                    <a:rPr lang="en-US" sz="3600" dirty="0">
                      <a:solidFill>
                        <a:srgbClr val="000000"/>
                      </a:solidFill>
                      <a:latin typeface="字由点字典黑 75J"/>
                      <a:ea typeface="字由点字典黑 75J"/>
                      <a:cs typeface="字由点字典黑 75J"/>
                      <a:sym typeface="字由点字典黑 75J"/>
                    </a:rPr>
                    <a:t>See the Details of An Existing Item</a:t>
                  </a:r>
                </a:p>
              </p:txBody>
            </p:sp>
          </p:grp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D0B7CCA-87FF-D3F0-A139-AC347684DF39}"/>
              </a:ext>
            </a:extLst>
          </p:cNvPr>
          <p:cNvGrpSpPr/>
          <p:nvPr/>
        </p:nvGrpSpPr>
        <p:grpSpPr>
          <a:xfrm>
            <a:off x="914401" y="1107100"/>
            <a:ext cx="8993742" cy="743793"/>
            <a:chOff x="1364274" y="1067129"/>
            <a:chExt cx="8993742" cy="743793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A8166509-9931-09CB-C4A3-8CA73C5FE6D9}"/>
                </a:ext>
              </a:extLst>
            </p:cNvPr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44DA2D0A-C199-3CAE-E9C5-D40FD7771276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9B2C5339-2199-1E94-B87D-51C28411EE07}"/>
                </a:ext>
              </a:extLst>
            </p:cNvPr>
            <p:cNvSpPr txBox="1"/>
            <p:nvPr/>
          </p:nvSpPr>
          <p:spPr>
            <a:xfrm>
              <a:off x="1790700" y="1067129"/>
              <a:ext cx="8567316" cy="74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</a:t>
              </a: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  <p:sp>
        <p:nvSpPr>
          <p:cNvPr id="32" name="TextBox 20">
            <a:extLst>
              <a:ext uri="{FF2B5EF4-FFF2-40B4-BE49-F238E27FC236}">
                <a16:creationId xmlns:a16="http://schemas.microsoft.com/office/drawing/2014/main" id="{113567F4-B477-9C8A-4930-451914D5E59F}"/>
              </a:ext>
            </a:extLst>
          </p:cNvPr>
          <p:cNvSpPr txBox="1"/>
          <p:nvPr/>
        </p:nvSpPr>
        <p:spPr>
          <a:xfrm>
            <a:off x="1083669" y="5634876"/>
            <a:ext cx="9660532" cy="2644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Click the item you want to see and you will get the details of it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To note, if the category is blank, it will be set to “others” when displaying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Click the button below, you can edit it.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DD8F677-E6EA-C682-BC64-32EAECCDAF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6927" y="-5032"/>
            <a:ext cx="4675909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07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70338-BDD8-8ED7-FE69-12A0BE246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5DC15C3-2FC7-0005-1A93-9E14C1EF5E98}"/>
              </a:ext>
            </a:extLst>
          </p:cNvPr>
          <p:cNvGrpSpPr/>
          <p:nvPr/>
        </p:nvGrpSpPr>
        <p:grpSpPr>
          <a:xfrm>
            <a:off x="0" y="5032"/>
            <a:ext cx="18288000" cy="10287000"/>
            <a:chOff x="-13238003" y="955899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DB979ADA-DD7B-4DD2-974C-26155872F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5B02CA21-0365-13AA-1B16-B4FEE8FF99CA}"/>
              </a:ext>
            </a:extLst>
          </p:cNvPr>
          <p:cNvGrpSpPr/>
          <p:nvPr/>
        </p:nvGrpSpPr>
        <p:grpSpPr>
          <a:xfrm>
            <a:off x="914400" y="2132653"/>
            <a:ext cx="9829799" cy="1476196"/>
            <a:chOff x="2151747" y="2703068"/>
            <a:chExt cx="13984506" cy="1476196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B727CB28-7296-6683-6311-B6B6780438C3}"/>
                </a:ext>
              </a:extLst>
            </p:cNvPr>
            <p:cNvGrpSpPr/>
            <p:nvPr/>
          </p:nvGrpSpPr>
          <p:grpSpPr>
            <a:xfrm>
              <a:off x="13972568" y="3843690"/>
              <a:ext cx="335574" cy="335574"/>
              <a:chOff x="0" y="0"/>
              <a:chExt cx="447432" cy="447432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416A4BC-1A98-6D64-04FE-A01368055AFD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E1C4EA5C-3115-5EAA-34CE-406C26C66826}"/>
                </a:ext>
              </a:extLst>
            </p:cNvPr>
            <p:cNvGrpSpPr/>
            <p:nvPr/>
          </p:nvGrpSpPr>
          <p:grpSpPr>
            <a:xfrm>
              <a:off x="14308142" y="3843690"/>
              <a:ext cx="335574" cy="335574"/>
              <a:chOff x="0" y="0"/>
              <a:chExt cx="447432" cy="447432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5C960DD5-9A11-62F4-80ED-CA09F0E07A18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FA8D5557-7F2A-9F65-639B-4D57399106D2}"/>
                </a:ext>
              </a:extLst>
            </p:cNvPr>
            <p:cNvGrpSpPr/>
            <p:nvPr/>
          </p:nvGrpSpPr>
          <p:grpSpPr>
            <a:xfrm>
              <a:off x="14643715" y="3843690"/>
              <a:ext cx="335574" cy="335574"/>
              <a:chOff x="0" y="0"/>
              <a:chExt cx="447432" cy="447432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02D42273-A223-F785-7D46-827A6E93CEE4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FB9612F4-70DE-115D-D9C6-4F4DA095478A}"/>
                </a:ext>
              </a:extLst>
            </p:cNvPr>
            <p:cNvGrpSpPr/>
            <p:nvPr/>
          </p:nvGrpSpPr>
          <p:grpSpPr>
            <a:xfrm>
              <a:off x="2151747" y="2703068"/>
              <a:ext cx="13984506" cy="1318461"/>
              <a:chOff x="2151747" y="2702541"/>
              <a:chExt cx="13984506" cy="1318461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BC3F2F06-3FA4-FA5F-C26A-DF86B078E6F5}"/>
                  </a:ext>
                </a:extLst>
              </p:cNvPr>
              <p:cNvGrpSpPr/>
              <p:nvPr/>
            </p:nvGrpSpPr>
            <p:grpSpPr>
              <a:xfrm>
                <a:off x="2151747" y="2702541"/>
                <a:ext cx="13984506" cy="1318461"/>
                <a:chOff x="0" y="0"/>
                <a:chExt cx="18646008" cy="1757948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4FD1FB6C-987D-1CBF-8C37-AC597A52273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2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A9CF8142-5674-B2AC-35A3-D4D8D880FCC5}"/>
                  </a:ext>
                </a:extLst>
              </p:cNvPr>
              <p:cNvSpPr txBox="1"/>
              <p:nvPr/>
            </p:nvSpPr>
            <p:spPr>
              <a:xfrm>
                <a:off x="2743938" y="3032669"/>
                <a:ext cx="656774" cy="55143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320"/>
                  </a:lnSpc>
                </a:pPr>
                <a:r>
                  <a:rPr lang="en-US" sz="3600" dirty="0">
                    <a:solidFill>
                      <a:srgbClr val="373737"/>
                    </a:solidFill>
                    <a:latin typeface="Arimo"/>
                    <a:ea typeface="Arimo"/>
                    <a:cs typeface="Arimo"/>
                    <a:sym typeface="Arimo"/>
                  </a:rPr>
                  <a:t>4</a:t>
                </a:r>
              </a:p>
            </p:txBody>
          </p: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A78F56C9-BB88-FBFD-2354-CD99973CCE77}"/>
                  </a:ext>
                </a:extLst>
              </p:cNvPr>
              <p:cNvGrpSpPr/>
              <p:nvPr/>
            </p:nvGrpSpPr>
            <p:grpSpPr>
              <a:xfrm>
                <a:off x="3492152" y="3042863"/>
                <a:ext cx="11151564" cy="647346"/>
                <a:chOff x="3492152" y="3042863"/>
                <a:chExt cx="11151564" cy="647346"/>
              </a:xfrm>
            </p:grpSpPr>
            <p:sp>
              <p:nvSpPr>
                <p:cNvPr id="6" name="AutoShape 6">
                  <a:extLst>
                    <a:ext uri="{FF2B5EF4-FFF2-40B4-BE49-F238E27FC236}">
                      <a16:creationId xmlns:a16="http://schemas.microsoft.com/office/drawing/2014/main" id="{9AA32F56-73EC-59AE-8975-A25B6B007952}"/>
                    </a:ext>
                  </a:extLst>
                </p:cNvPr>
                <p:cNvSpPr/>
                <p:nvPr/>
              </p:nvSpPr>
              <p:spPr>
                <a:xfrm flipV="1">
                  <a:off x="3583101" y="3042863"/>
                  <a:ext cx="9525" cy="647346"/>
                </a:xfrm>
                <a:prstGeom prst="line">
                  <a:avLst/>
                </a:prstGeom>
                <a:ln w="9525" cap="rnd">
                  <a:solidFill>
                    <a:srgbClr val="373737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7" name="Group 7">
                  <a:extLst>
                    <a:ext uri="{FF2B5EF4-FFF2-40B4-BE49-F238E27FC236}">
                      <a16:creationId xmlns:a16="http://schemas.microsoft.com/office/drawing/2014/main" id="{E3476D9E-17AA-07D2-12FA-7399CB76637D}"/>
                    </a:ext>
                  </a:extLst>
                </p:cNvPr>
                <p:cNvGrpSpPr/>
                <p:nvPr/>
              </p:nvGrpSpPr>
              <p:grpSpPr>
                <a:xfrm rot="5400000">
                  <a:off x="3492152" y="3266061"/>
                  <a:ext cx="191424" cy="191424"/>
                  <a:chOff x="0" y="0"/>
                  <a:chExt cx="255232" cy="255232"/>
                </a:xfrm>
              </p:grpSpPr>
              <p:sp>
                <p:nvSpPr>
                  <p:cNvPr id="8" name="Freeform 8">
                    <a:extLst>
                      <a:ext uri="{FF2B5EF4-FFF2-40B4-BE49-F238E27FC236}">
                        <a16:creationId xmlns:a16="http://schemas.microsoft.com/office/drawing/2014/main" id="{AEC8076F-4BCF-30C9-76C3-3FC4DB5B9245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55270" cy="2552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270" h="255270">
                        <a:moveTo>
                          <a:pt x="255270" y="127635"/>
                        </a:moveTo>
                        <a:cubicBezTo>
                          <a:pt x="184785" y="127635"/>
                          <a:pt x="127635" y="184785"/>
                          <a:pt x="127635" y="255270"/>
                        </a:cubicBezTo>
                        <a:cubicBezTo>
                          <a:pt x="127635" y="184785"/>
                          <a:pt x="70485" y="127635"/>
                          <a:pt x="0" y="127635"/>
                        </a:cubicBezTo>
                        <a:cubicBezTo>
                          <a:pt x="70485" y="127635"/>
                          <a:pt x="127635" y="70485"/>
                          <a:pt x="127635" y="0"/>
                        </a:cubicBezTo>
                        <a:cubicBezTo>
                          <a:pt x="127635" y="70485"/>
                          <a:pt x="184785" y="127635"/>
                          <a:pt x="255270" y="127635"/>
                        </a:cubicBezTo>
                        <a:close/>
                      </a:path>
                    </a:pathLst>
                  </a:custGeom>
                  <a:solidFill>
                    <a:srgbClr val="373737"/>
                  </a:solidFill>
                </p:spPr>
              </p:sp>
            </p:grpSp>
            <p:sp>
              <p:nvSpPr>
                <p:cNvPr id="19" name="TextBox 19">
                  <a:extLst>
                    <a:ext uri="{FF2B5EF4-FFF2-40B4-BE49-F238E27FC236}">
                      <a16:creationId xmlns:a16="http://schemas.microsoft.com/office/drawing/2014/main" id="{3AFF46F7-A5E7-FEBD-B052-B9D28D2B154E}"/>
                    </a:ext>
                  </a:extLst>
                </p:cNvPr>
                <p:cNvSpPr txBox="1"/>
                <p:nvPr/>
              </p:nvSpPr>
              <p:spPr>
                <a:xfrm>
                  <a:off x="3846356" y="3061244"/>
                  <a:ext cx="10797360" cy="55143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4320"/>
                    </a:lnSpc>
                  </a:pPr>
                  <a:r>
                    <a:rPr lang="en-US" sz="3600" dirty="0">
                      <a:solidFill>
                        <a:srgbClr val="000000"/>
                      </a:solidFill>
                      <a:latin typeface="字由点字典黑 75J"/>
                      <a:ea typeface="字由点字典黑 75J"/>
                      <a:cs typeface="字由点字典黑 75J"/>
                      <a:sym typeface="字由点字典黑 75J"/>
                    </a:rPr>
                    <a:t>Edit A Existing Item</a:t>
                  </a:r>
                </a:p>
              </p:txBody>
            </p:sp>
          </p:grp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3D29E01-811D-7A26-32AD-91EFAD5F5895}"/>
              </a:ext>
            </a:extLst>
          </p:cNvPr>
          <p:cNvGrpSpPr/>
          <p:nvPr/>
        </p:nvGrpSpPr>
        <p:grpSpPr>
          <a:xfrm>
            <a:off x="914401" y="1107100"/>
            <a:ext cx="8993742" cy="743793"/>
            <a:chOff x="1364274" y="1067129"/>
            <a:chExt cx="8993742" cy="743793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6A820DAF-6D35-CB2B-98A1-494F7E360D95}"/>
                </a:ext>
              </a:extLst>
            </p:cNvPr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3B0AD976-B1F8-E998-41CE-4A372C200CAF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543D5D8-E51F-6717-75D7-E8C4381786D0}"/>
                </a:ext>
              </a:extLst>
            </p:cNvPr>
            <p:cNvSpPr txBox="1"/>
            <p:nvPr/>
          </p:nvSpPr>
          <p:spPr>
            <a:xfrm>
              <a:off x="1790700" y="1067129"/>
              <a:ext cx="8567316" cy="74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</a:t>
              </a: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  <p:sp>
        <p:nvSpPr>
          <p:cNvPr id="32" name="TextBox 20">
            <a:extLst>
              <a:ext uri="{FF2B5EF4-FFF2-40B4-BE49-F238E27FC236}">
                <a16:creationId xmlns:a16="http://schemas.microsoft.com/office/drawing/2014/main" id="{E03FABBF-BBF5-C4E7-36CF-7DC769DA58EE}"/>
              </a:ext>
            </a:extLst>
          </p:cNvPr>
          <p:cNvSpPr txBox="1"/>
          <p:nvPr/>
        </p:nvSpPr>
        <p:spPr>
          <a:xfrm>
            <a:off x="1531000" y="3987167"/>
            <a:ext cx="6331240" cy="3183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Basically same with the create page, but the text given have been set.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Clicking save will save the change and return to the home page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74D1EB1-B970-E26D-5D0F-DF67BF028E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126" y="0"/>
            <a:ext cx="4675909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27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538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426A15B-3750-1B80-0AB7-1DBD2287B3D9}"/>
              </a:ext>
            </a:extLst>
          </p:cNvPr>
          <p:cNvGrpSpPr/>
          <p:nvPr/>
        </p:nvGrpSpPr>
        <p:grpSpPr>
          <a:xfrm>
            <a:off x="11125200" y="3924300"/>
            <a:ext cx="6553200" cy="4375486"/>
            <a:chOff x="9339513" y="3619500"/>
            <a:chExt cx="6553200" cy="4680286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834C4677-14CB-35D7-024A-70F8B75AE0C1}"/>
                </a:ext>
              </a:extLst>
            </p:cNvPr>
            <p:cNvGrpSpPr/>
            <p:nvPr/>
          </p:nvGrpSpPr>
          <p:grpSpPr>
            <a:xfrm>
              <a:off x="13868400" y="7836641"/>
              <a:ext cx="1327632" cy="463145"/>
              <a:chOff x="13972568" y="3843690"/>
              <a:chExt cx="1006721" cy="33557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3972568" y="3843690"/>
                <a:ext cx="335574" cy="335574"/>
                <a:chOff x="0" y="0"/>
                <a:chExt cx="447432" cy="447432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0" y="0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1" name="Group 11"/>
              <p:cNvGrpSpPr/>
              <p:nvPr/>
            </p:nvGrpSpPr>
            <p:grpSpPr>
              <a:xfrm>
                <a:off x="14308142" y="3843690"/>
                <a:ext cx="335574" cy="335574"/>
                <a:chOff x="0" y="0"/>
                <a:chExt cx="447432" cy="447432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0" y="0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3" name="Group 13"/>
              <p:cNvGrpSpPr/>
              <p:nvPr/>
            </p:nvGrpSpPr>
            <p:grpSpPr>
              <a:xfrm>
                <a:off x="14643715" y="3843690"/>
                <a:ext cx="335574" cy="335574"/>
                <a:chOff x="0" y="0"/>
                <a:chExt cx="447432" cy="447432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0" y="0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EC5CBF7-EE49-A6AB-E8ED-4EFF2CD0D307}"/>
                </a:ext>
              </a:extLst>
            </p:cNvPr>
            <p:cNvGrpSpPr/>
            <p:nvPr/>
          </p:nvGrpSpPr>
          <p:grpSpPr>
            <a:xfrm>
              <a:off x="9339513" y="3619500"/>
              <a:ext cx="6553200" cy="4495800"/>
              <a:chOff x="11438938" y="4457700"/>
              <a:chExt cx="6553200" cy="4495800"/>
            </a:xfrm>
          </p:grpSpPr>
          <p:grpSp>
            <p:nvGrpSpPr>
              <p:cNvPr id="4" name="Group 4"/>
              <p:cNvGrpSpPr/>
              <p:nvPr/>
            </p:nvGrpSpPr>
            <p:grpSpPr>
              <a:xfrm>
                <a:off x="11438938" y="4457700"/>
                <a:ext cx="6553200" cy="4495800"/>
                <a:chOff x="0" y="0"/>
                <a:chExt cx="18646008" cy="1757948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0" y="0"/>
                  <a:ext cx="18646012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1735914" y="4589667"/>
                <a:ext cx="6017441" cy="436069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XML Layouts: </a:t>
                </a:r>
              </a:p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use various layout to set the page</a:t>
                </a:r>
              </a:p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Structure each attribute to a frame to separate clearly. Have a different display for the empty page.</a:t>
                </a:r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 (Example)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CCD9C8D-556F-6844-0442-4535B780F0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21" y="2094554"/>
            <a:ext cx="10325995" cy="712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068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37840-D0C3-8FB0-412E-25D7E2C7F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2EF29E2-2AB6-A6E9-7E25-0CD7C19E1D0E}"/>
              </a:ext>
            </a:extLst>
          </p:cNvPr>
          <p:cNvGrpSpPr/>
          <p:nvPr/>
        </p:nvGrpSpPr>
        <p:grpSpPr>
          <a:xfrm>
            <a:off x="30804" y="13291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CAEEC65C-5636-6B2B-EF5C-5C1848AD8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1112FADD-D64A-2908-BE37-AE53080E8C55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C1A8B23-B60C-46AA-D9B5-4DB0DF479C1C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693A2B31-EBEA-686E-ABF1-D75905C9E241}"/>
              </a:ext>
            </a:extLst>
          </p:cNvPr>
          <p:cNvGrpSpPr/>
          <p:nvPr/>
        </p:nvGrpSpPr>
        <p:grpSpPr>
          <a:xfrm>
            <a:off x="9601200" y="2476500"/>
            <a:ext cx="7924802" cy="6693860"/>
            <a:chOff x="7890248" y="3751468"/>
            <a:chExt cx="6553202" cy="5777554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422BAEB7-4D97-2E36-33F4-482689879BE4}"/>
                </a:ext>
              </a:extLst>
            </p:cNvPr>
            <p:cNvGrpSpPr/>
            <p:nvPr/>
          </p:nvGrpSpPr>
          <p:grpSpPr>
            <a:xfrm>
              <a:off x="12607575" y="9065754"/>
              <a:ext cx="1294068" cy="463268"/>
              <a:chOff x="13016506" y="4734248"/>
              <a:chExt cx="981270" cy="335663"/>
            </a:xfrm>
          </p:grpSpPr>
          <p:grpSp>
            <p:nvGrpSpPr>
              <p:cNvPr id="9" name="Group 9">
                <a:extLst>
                  <a:ext uri="{FF2B5EF4-FFF2-40B4-BE49-F238E27FC236}">
                    <a16:creationId xmlns:a16="http://schemas.microsoft.com/office/drawing/2014/main" id="{62F10233-B73A-B884-BC19-D09CEF5693DA}"/>
                  </a:ext>
                </a:extLst>
              </p:cNvPr>
              <p:cNvGrpSpPr/>
              <p:nvPr/>
            </p:nvGrpSpPr>
            <p:grpSpPr>
              <a:xfrm>
                <a:off x="13016506" y="4734250"/>
                <a:ext cx="335661" cy="335661"/>
                <a:chOff x="-1274750" y="1187413"/>
                <a:chExt cx="447548" cy="447548"/>
              </a:xfrm>
            </p:grpSpPr>
            <p:sp>
              <p:nvSpPr>
                <p:cNvPr id="10" name="Freeform 10">
                  <a:extLst>
                    <a:ext uri="{FF2B5EF4-FFF2-40B4-BE49-F238E27FC236}">
                      <a16:creationId xmlns:a16="http://schemas.microsoft.com/office/drawing/2014/main" id="{CA5FC765-49A3-B61F-A5EF-3B148961FD3F}"/>
                    </a:ext>
                  </a:extLst>
                </p:cNvPr>
                <p:cNvSpPr/>
                <p:nvPr/>
              </p:nvSpPr>
              <p:spPr>
                <a:xfrm>
                  <a:off x="-1274750" y="1187413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1" name="Group 11">
                <a:extLst>
                  <a:ext uri="{FF2B5EF4-FFF2-40B4-BE49-F238E27FC236}">
                    <a16:creationId xmlns:a16="http://schemas.microsoft.com/office/drawing/2014/main" id="{040A470E-763B-DA5A-772B-025C90BD8135}"/>
                  </a:ext>
                </a:extLst>
              </p:cNvPr>
              <p:cNvGrpSpPr/>
              <p:nvPr/>
            </p:nvGrpSpPr>
            <p:grpSpPr>
              <a:xfrm>
                <a:off x="13357444" y="4734248"/>
                <a:ext cx="335661" cy="335661"/>
                <a:chOff x="-1267597" y="1187411"/>
                <a:chExt cx="447548" cy="447548"/>
              </a:xfrm>
            </p:grpSpPr>
            <p:sp>
              <p:nvSpPr>
                <p:cNvPr id="12" name="Freeform 12">
                  <a:extLst>
                    <a:ext uri="{FF2B5EF4-FFF2-40B4-BE49-F238E27FC236}">
                      <a16:creationId xmlns:a16="http://schemas.microsoft.com/office/drawing/2014/main" id="{5FC17DF0-478B-AA8E-8278-C5C6E1FDBE8F}"/>
                    </a:ext>
                  </a:extLst>
                </p:cNvPr>
                <p:cNvSpPr/>
                <p:nvPr/>
              </p:nvSpPr>
              <p:spPr>
                <a:xfrm>
                  <a:off x="-1267597" y="1187411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3" name="Group 13">
                <a:extLst>
                  <a:ext uri="{FF2B5EF4-FFF2-40B4-BE49-F238E27FC236}">
                    <a16:creationId xmlns:a16="http://schemas.microsoft.com/office/drawing/2014/main" id="{BA408592-D1C3-BA4D-9912-B1757750882A}"/>
                  </a:ext>
                </a:extLst>
              </p:cNvPr>
              <p:cNvGrpSpPr/>
              <p:nvPr/>
            </p:nvGrpSpPr>
            <p:grpSpPr>
              <a:xfrm>
                <a:off x="13662115" y="4734249"/>
                <a:ext cx="335661" cy="335661"/>
                <a:chOff x="-1308800" y="1187412"/>
                <a:chExt cx="447548" cy="447548"/>
              </a:xfrm>
            </p:grpSpPr>
            <p:sp>
              <p:nvSpPr>
                <p:cNvPr id="14" name="Freeform 14">
                  <a:extLst>
                    <a:ext uri="{FF2B5EF4-FFF2-40B4-BE49-F238E27FC236}">
                      <a16:creationId xmlns:a16="http://schemas.microsoft.com/office/drawing/2014/main" id="{DDC2F722-6C2B-3775-4496-907CC08DCDE2}"/>
                    </a:ext>
                  </a:extLst>
                </p:cNvPr>
                <p:cNvSpPr/>
                <p:nvPr/>
              </p:nvSpPr>
              <p:spPr>
                <a:xfrm>
                  <a:off x="-1308800" y="1187412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FBF59E54-8952-3A81-5119-6BCB7FA620EC}"/>
                </a:ext>
              </a:extLst>
            </p:cNvPr>
            <p:cNvGrpSpPr/>
            <p:nvPr/>
          </p:nvGrpSpPr>
          <p:grpSpPr>
            <a:xfrm>
              <a:off x="7890248" y="3751468"/>
              <a:ext cx="6553202" cy="5777549"/>
              <a:chOff x="9989673" y="4589668"/>
              <a:chExt cx="6553202" cy="5777549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666429E2-883A-A6F2-A084-DE479862C263}"/>
                  </a:ext>
                </a:extLst>
              </p:cNvPr>
              <p:cNvGrpSpPr/>
              <p:nvPr/>
            </p:nvGrpSpPr>
            <p:grpSpPr>
              <a:xfrm>
                <a:off x="9989673" y="4589668"/>
                <a:ext cx="6553202" cy="5620814"/>
                <a:chOff x="-4123634" y="51602"/>
                <a:chExt cx="18646013" cy="2197851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7F20F8CB-2741-E8D9-A414-F47E7C469AF6}"/>
                    </a:ext>
                  </a:extLst>
                </p:cNvPr>
                <p:cNvSpPr/>
                <p:nvPr/>
              </p:nvSpPr>
              <p:spPr>
                <a:xfrm>
                  <a:off x="-4123634" y="51602"/>
                  <a:ext cx="18646013" cy="2197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50794E76-E5F3-14F3-DEF0-9A76A19FB262}"/>
                  </a:ext>
                </a:extLst>
              </p:cNvPr>
              <p:cNvSpPr txBox="1"/>
              <p:nvPr/>
            </p:nvSpPr>
            <p:spPr>
              <a:xfrm>
                <a:off x="10420771" y="4830549"/>
                <a:ext cx="6017441" cy="553666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Fragment Code:</a:t>
                </a:r>
              </a:p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altLang="zh-CN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Search item</a:t>
                </a:r>
              </a:p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Floating Action Buttons for scanning new items or adding them through handwriting.</a:t>
                </a:r>
              </a:p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Set pull-to-refresh action for the item list</a:t>
                </a:r>
              </a:p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sz="2821" dirty="0" err="1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getAllStorage</a:t>
                </a: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()</a:t>
                </a: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: Successful data retrieval populates the </a:t>
                </a:r>
                <a:r>
                  <a:rPr lang="en-GB" sz="2821" dirty="0" err="1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RecyclerView</a:t>
                </a: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 with an </a:t>
                </a:r>
                <a:r>
                  <a:rPr lang="en-GB" sz="2821" dirty="0" err="1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AllStorageAdapter</a:t>
                </a: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. </a:t>
                </a:r>
              </a:p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GB" sz="2821" dirty="0" err="1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checkConnection</a:t>
                </a: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() </a:t>
                </a:r>
                <a:endParaRPr lang="en-US" sz="2821" dirty="0">
                  <a:solidFill>
                    <a:srgbClr val="404040"/>
                  </a:solidFill>
                  <a:latin typeface="字由点字典黑 35J"/>
                  <a:ea typeface="字由点字典黑 35J"/>
                  <a:cs typeface="字由点字典黑 35J"/>
                  <a:sym typeface="字由点字典黑 35J"/>
                </a:endParaRPr>
              </a:p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endParaRPr lang="en-US" sz="2821" dirty="0">
                  <a:solidFill>
                    <a:srgbClr val="404040"/>
                  </a:solidFill>
                  <a:latin typeface="字由点字典黑 35J"/>
                  <a:ea typeface="字由点字典黑 35J"/>
                  <a:cs typeface="字由点字典黑 35J"/>
                  <a:sym typeface="字由点字典黑 35J"/>
                </a:endParaRPr>
              </a:p>
            </p:txBody>
          </p:sp>
        </p:grp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077D2909-0DF3-3872-0841-EA11F3CAE433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 (Example)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32383B9-333C-0E3A-7E5A-BCAB706BC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351" y="2156120"/>
            <a:ext cx="7765453" cy="742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639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50B3A-4DA9-DA22-C6C7-4163CF9A4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BEF0FC0-871B-4C4A-78B1-6CC6C1FE3FE6}"/>
              </a:ext>
            </a:extLst>
          </p:cNvPr>
          <p:cNvGrpSpPr/>
          <p:nvPr/>
        </p:nvGrpSpPr>
        <p:grpSpPr>
          <a:xfrm>
            <a:off x="0" y="2540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3CDD13BA-6B89-8880-307A-D1EA72E0A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9C13768E-E612-C25A-1936-1D289D797CFF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9D04DD80-95F4-94C6-21E2-0BEEB0552D95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30F6602-44F3-CD5E-41E6-7CBD4002D1F1}"/>
              </a:ext>
            </a:extLst>
          </p:cNvPr>
          <p:cNvGrpSpPr/>
          <p:nvPr/>
        </p:nvGrpSpPr>
        <p:grpSpPr>
          <a:xfrm>
            <a:off x="9846751" y="4123858"/>
            <a:ext cx="7315202" cy="3036260"/>
            <a:chOff x="7890248" y="3751468"/>
            <a:chExt cx="6553202" cy="5777554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3F34DEAA-5890-9C83-26D8-AE533D307F78}"/>
                </a:ext>
              </a:extLst>
            </p:cNvPr>
            <p:cNvGrpSpPr/>
            <p:nvPr/>
          </p:nvGrpSpPr>
          <p:grpSpPr>
            <a:xfrm>
              <a:off x="12607575" y="9065754"/>
              <a:ext cx="1294068" cy="463268"/>
              <a:chOff x="13016506" y="4734248"/>
              <a:chExt cx="981270" cy="335663"/>
            </a:xfrm>
          </p:grpSpPr>
          <p:grpSp>
            <p:nvGrpSpPr>
              <p:cNvPr id="9" name="Group 9">
                <a:extLst>
                  <a:ext uri="{FF2B5EF4-FFF2-40B4-BE49-F238E27FC236}">
                    <a16:creationId xmlns:a16="http://schemas.microsoft.com/office/drawing/2014/main" id="{9B051877-29C8-C7C0-4E6A-E9A7265C97F7}"/>
                  </a:ext>
                </a:extLst>
              </p:cNvPr>
              <p:cNvGrpSpPr/>
              <p:nvPr/>
            </p:nvGrpSpPr>
            <p:grpSpPr>
              <a:xfrm>
                <a:off x="13016506" y="4734250"/>
                <a:ext cx="335661" cy="335661"/>
                <a:chOff x="-1274750" y="1187413"/>
                <a:chExt cx="447548" cy="447548"/>
              </a:xfrm>
            </p:grpSpPr>
            <p:sp>
              <p:nvSpPr>
                <p:cNvPr id="10" name="Freeform 10">
                  <a:extLst>
                    <a:ext uri="{FF2B5EF4-FFF2-40B4-BE49-F238E27FC236}">
                      <a16:creationId xmlns:a16="http://schemas.microsoft.com/office/drawing/2014/main" id="{DBEFB65E-3480-EB0C-655B-FBB6023F6FB5}"/>
                    </a:ext>
                  </a:extLst>
                </p:cNvPr>
                <p:cNvSpPr/>
                <p:nvPr/>
              </p:nvSpPr>
              <p:spPr>
                <a:xfrm>
                  <a:off x="-1274750" y="1187413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1" name="Group 11">
                <a:extLst>
                  <a:ext uri="{FF2B5EF4-FFF2-40B4-BE49-F238E27FC236}">
                    <a16:creationId xmlns:a16="http://schemas.microsoft.com/office/drawing/2014/main" id="{E92DB96C-2EDF-DB1E-4A7B-F1BBD6A589EE}"/>
                  </a:ext>
                </a:extLst>
              </p:cNvPr>
              <p:cNvGrpSpPr/>
              <p:nvPr/>
            </p:nvGrpSpPr>
            <p:grpSpPr>
              <a:xfrm>
                <a:off x="13357444" y="4734248"/>
                <a:ext cx="335661" cy="335661"/>
                <a:chOff x="-1267597" y="1187411"/>
                <a:chExt cx="447548" cy="447548"/>
              </a:xfrm>
            </p:grpSpPr>
            <p:sp>
              <p:nvSpPr>
                <p:cNvPr id="12" name="Freeform 12">
                  <a:extLst>
                    <a:ext uri="{FF2B5EF4-FFF2-40B4-BE49-F238E27FC236}">
                      <a16:creationId xmlns:a16="http://schemas.microsoft.com/office/drawing/2014/main" id="{780423E8-04F6-8971-DD35-F857EA38E1DD}"/>
                    </a:ext>
                  </a:extLst>
                </p:cNvPr>
                <p:cNvSpPr/>
                <p:nvPr/>
              </p:nvSpPr>
              <p:spPr>
                <a:xfrm>
                  <a:off x="-1267597" y="1187411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3" name="Group 13">
                <a:extLst>
                  <a:ext uri="{FF2B5EF4-FFF2-40B4-BE49-F238E27FC236}">
                    <a16:creationId xmlns:a16="http://schemas.microsoft.com/office/drawing/2014/main" id="{76456CE6-A392-2659-C8ED-AA997E0AE1E6}"/>
                  </a:ext>
                </a:extLst>
              </p:cNvPr>
              <p:cNvGrpSpPr/>
              <p:nvPr/>
            </p:nvGrpSpPr>
            <p:grpSpPr>
              <a:xfrm>
                <a:off x="13662115" y="4734249"/>
                <a:ext cx="335661" cy="335661"/>
                <a:chOff x="-1308800" y="1187412"/>
                <a:chExt cx="447548" cy="447548"/>
              </a:xfrm>
            </p:grpSpPr>
            <p:sp>
              <p:nvSpPr>
                <p:cNvPr id="14" name="Freeform 14">
                  <a:extLst>
                    <a:ext uri="{FF2B5EF4-FFF2-40B4-BE49-F238E27FC236}">
                      <a16:creationId xmlns:a16="http://schemas.microsoft.com/office/drawing/2014/main" id="{0F0DF655-6740-2745-0793-E473775D63BD}"/>
                    </a:ext>
                  </a:extLst>
                </p:cNvPr>
                <p:cNvSpPr/>
                <p:nvPr/>
              </p:nvSpPr>
              <p:spPr>
                <a:xfrm>
                  <a:off x="-1308800" y="1187412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07044B9-AAFD-C487-95FD-445B220F5A5F}"/>
                </a:ext>
              </a:extLst>
            </p:cNvPr>
            <p:cNvGrpSpPr/>
            <p:nvPr/>
          </p:nvGrpSpPr>
          <p:grpSpPr>
            <a:xfrm>
              <a:off x="7890248" y="3751468"/>
              <a:ext cx="6553202" cy="5620814"/>
              <a:chOff x="9989673" y="4589668"/>
              <a:chExt cx="6553202" cy="5620814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5EE15CD9-5EF7-61C0-E8CB-656C552ACA73}"/>
                  </a:ext>
                </a:extLst>
              </p:cNvPr>
              <p:cNvGrpSpPr/>
              <p:nvPr/>
            </p:nvGrpSpPr>
            <p:grpSpPr>
              <a:xfrm>
                <a:off x="9989673" y="4589668"/>
                <a:ext cx="6553202" cy="5620814"/>
                <a:chOff x="-4123634" y="51602"/>
                <a:chExt cx="18646013" cy="2197851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8F19B9FC-6F57-1776-95CD-AA3FDC66C2A3}"/>
                    </a:ext>
                  </a:extLst>
                </p:cNvPr>
                <p:cNvSpPr/>
                <p:nvPr/>
              </p:nvSpPr>
              <p:spPr>
                <a:xfrm>
                  <a:off x="-4123634" y="51602"/>
                  <a:ext cx="18646013" cy="2197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E5852FF6-BE2B-6961-B318-8A1A5B36F4C9}"/>
                  </a:ext>
                </a:extLst>
              </p:cNvPr>
              <p:cNvSpPr txBox="1"/>
              <p:nvPr/>
            </p:nvSpPr>
            <p:spPr>
              <a:xfrm>
                <a:off x="10178708" y="4830549"/>
                <a:ext cx="6259505" cy="309208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Adapter Code:</a:t>
                </a:r>
              </a:p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handle the case when the user click a item </a:t>
                </a:r>
              </a:p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transfer the data to the item’s detail page</a:t>
                </a:r>
                <a:endParaRPr lang="en-US" sz="2821" dirty="0">
                  <a:solidFill>
                    <a:srgbClr val="404040"/>
                  </a:solidFill>
                  <a:latin typeface="字由点字典黑 35J"/>
                  <a:ea typeface="字由点字典黑 35J"/>
                  <a:cs typeface="字由点字典黑 35J"/>
                  <a:sym typeface="字由点字典黑 35J"/>
                </a:endParaRPr>
              </a:p>
            </p:txBody>
          </p:sp>
        </p:grp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EB699E45-6B17-EA65-0F0F-032C76FB4843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 (Example)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BD1496E-6F06-7C25-2FDC-870524923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47" y="2113621"/>
            <a:ext cx="8115896" cy="767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821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616D0-90E1-B79C-E7DD-714FF22DF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78EC4C8-C9F3-FB21-ADD2-64282E874EAA}"/>
              </a:ext>
            </a:extLst>
          </p:cNvPr>
          <p:cNvGrpSpPr/>
          <p:nvPr/>
        </p:nvGrpSpPr>
        <p:grpSpPr>
          <a:xfrm>
            <a:off x="0" y="10538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DDD6BAA3-038A-874C-A79E-98F873BDB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15433939-019E-9C9E-CC3C-E46A5B1EEBFD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1D3D2A9-379D-3BC2-2DA7-A03A6C60D02A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17A6510-C9D0-D62D-D6C6-6826418AF93D}"/>
              </a:ext>
            </a:extLst>
          </p:cNvPr>
          <p:cNvGrpSpPr/>
          <p:nvPr/>
        </p:nvGrpSpPr>
        <p:grpSpPr>
          <a:xfrm>
            <a:off x="9601200" y="4533900"/>
            <a:ext cx="6553201" cy="3765886"/>
            <a:chOff x="9339513" y="3619500"/>
            <a:chExt cx="6553201" cy="4680286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85FC3501-B49E-430F-FCD6-866353FE3469}"/>
                </a:ext>
              </a:extLst>
            </p:cNvPr>
            <p:cNvGrpSpPr/>
            <p:nvPr/>
          </p:nvGrpSpPr>
          <p:grpSpPr>
            <a:xfrm>
              <a:off x="13868400" y="7836641"/>
              <a:ext cx="1327632" cy="463145"/>
              <a:chOff x="13972568" y="3843690"/>
              <a:chExt cx="1006721" cy="335574"/>
            </a:xfrm>
          </p:grpSpPr>
          <p:grpSp>
            <p:nvGrpSpPr>
              <p:cNvPr id="9" name="Group 9">
                <a:extLst>
                  <a:ext uri="{FF2B5EF4-FFF2-40B4-BE49-F238E27FC236}">
                    <a16:creationId xmlns:a16="http://schemas.microsoft.com/office/drawing/2014/main" id="{0E6BBD35-627E-6C34-BC08-76620D07959F}"/>
                  </a:ext>
                </a:extLst>
              </p:cNvPr>
              <p:cNvGrpSpPr/>
              <p:nvPr/>
            </p:nvGrpSpPr>
            <p:grpSpPr>
              <a:xfrm>
                <a:off x="13972568" y="3843690"/>
                <a:ext cx="335574" cy="335574"/>
                <a:chOff x="0" y="0"/>
                <a:chExt cx="447432" cy="447432"/>
              </a:xfrm>
            </p:grpSpPr>
            <p:sp>
              <p:nvSpPr>
                <p:cNvPr id="10" name="Freeform 10">
                  <a:extLst>
                    <a:ext uri="{FF2B5EF4-FFF2-40B4-BE49-F238E27FC236}">
                      <a16:creationId xmlns:a16="http://schemas.microsoft.com/office/drawing/2014/main" id="{3F58DFF1-A53C-A10C-70B8-499C54954C2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1" name="Group 11">
                <a:extLst>
                  <a:ext uri="{FF2B5EF4-FFF2-40B4-BE49-F238E27FC236}">
                    <a16:creationId xmlns:a16="http://schemas.microsoft.com/office/drawing/2014/main" id="{F7587F46-485E-8B9C-428C-70D6E992B8B6}"/>
                  </a:ext>
                </a:extLst>
              </p:cNvPr>
              <p:cNvGrpSpPr/>
              <p:nvPr/>
            </p:nvGrpSpPr>
            <p:grpSpPr>
              <a:xfrm>
                <a:off x="14308142" y="3843690"/>
                <a:ext cx="335574" cy="335574"/>
                <a:chOff x="0" y="0"/>
                <a:chExt cx="447432" cy="447432"/>
              </a:xfrm>
            </p:grpSpPr>
            <p:sp>
              <p:nvSpPr>
                <p:cNvPr id="12" name="Freeform 12">
                  <a:extLst>
                    <a:ext uri="{FF2B5EF4-FFF2-40B4-BE49-F238E27FC236}">
                      <a16:creationId xmlns:a16="http://schemas.microsoft.com/office/drawing/2014/main" id="{52FC119C-E1E6-0AE3-A554-82D2B2E1A71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3" name="Group 13">
                <a:extLst>
                  <a:ext uri="{FF2B5EF4-FFF2-40B4-BE49-F238E27FC236}">
                    <a16:creationId xmlns:a16="http://schemas.microsoft.com/office/drawing/2014/main" id="{71E3CD79-CD67-C633-185C-2362689C2E42}"/>
                  </a:ext>
                </a:extLst>
              </p:cNvPr>
              <p:cNvGrpSpPr/>
              <p:nvPr/>
            </p:nvGrpSpPr>
            <p:grpSpPr>
              <a:xfrm>
                <a:off x="14643715" y="3843690"/>
                <a:ext cx="335574" cy="335574"/>
                <a:chOff x="0" y="0"/>
                <a:chExt cx="447432" cy="447432"/>
              </a:xfrm>
            </p:grpSpPr>
            <p:sp>
              <p:nvSpPr>
                <p:cNvPr id="14" name="Freeform 14">
                  <a:extLst>
                    <a:ext uri="{FF2B5EF4-FFF2-40B4-BE49-F238E27FC236}">
                      <a16:creationId xmlns:a16="http://schemas.microsoft.com/office/drawing/2014/main" id="{0AEC1542-A018-A5F4-01AB-7BB0BDEEA26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6B3C004F-5711-4559-5DC3-08E5495177D4}"/>
                </a:ext>
              </a:extLst>
            </p:cNvPr>
            <p:cNvGrpSpPr/>
            <p:nvPr/>
          </p:nvGrpSpPr>
          <p:grpSpPr>
            <a:xfrm>
              <a:off x="9339513" y="3619500"/>
              <a:ext cx="6553201" cy="4495764"/>
              <a:chOff x="11438938" y="4457700"/>
              <a:chExt cx="6553201" cy="4495764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E47C751A-85A5-5B1A-F013-4D477A710A63}"/>
                  </a:ext>
                </a:extLst>
              </p:cNvPr>
              <p:cNvGrpSpPr/>
              <p:nvPr/>
            </p:nvGrpSpPr>
            <p:grpSpPr>
              <a:xfrm>
                <a:off x="11438938" y="4457700"/>
                <a:ext cx="6553201" cy="4495764"/>
                <a:chOff x="0" y="0"/>
                <a:chExt cx="18646011" cy="1757934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C224B7DF-5C69-67F1-DF9A-6710036D0A0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1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2D85DB3E-3CCF-1110-BE36-ED856A33B859}"/>
                  </a:ext>
                </a:extLst>
              </p:cNvPr>
              <p:cNvSpPr txBox="1"/>
              <p:nvPr/>
            </p:nvSpPr>
            <p:spPr>
              <a:xfrm>
                <a:off x="11735914" y="4589667"/>
                <a:ext cx="6017441" cy="318311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S</a:t>
                </a:r>
                <a:r>
                  <a:rPr lang="en-US" altLang="zh-CN" sz="2821" dirty="0" err="1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torage</a:t>
                </a: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 Code: </a:t>
                </a:r>
              </a:p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defines what a storage item looks like, encapsulating the properties and </a:t>
                </a:r>
                <a:r>
                  <a:rPr lang="en-GB" sz="2821" dirty="0" err="1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behaviors</a:t>
                </a: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 associated with each stored item. </a:t>
                </a:r>
                <a:endParaRPr lang="en-US" sz="2821" dirty="0">
                  <a:solidFill>
                    <a:srgbClr val="404040"/>
                  </a:solidFill>
                  <a:latin typeface="字由点字典黑 35J"/>
                  <a:ea typeface="字由点字典黑 35J"/>
                  <a:cs typeface="字由点字典黑 35J"/>
                  <a:sym typeface="字由点字典黑 35J"/>
                </a:endParaRPr>
              </a:p>
            </p:txBody>
          </p:sp>
        </p:grp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6CFCD6C7-5940-20BB-791B-19ABD278B8B9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 (Example)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5762822-D72A-43BF-799E-E413CF5824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763" y="2217054"/>
            <a:ext cx="6812870" cy="740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411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A1E95-25BE-35D6-7954-83474EB1E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AC85E76-545E-E7A3-4B7E-9532CA7D9B5A}"/>
              </a:ext>
            </a:extLst>
          </p:cNvPr>
          <p:cNvGrpSpPr/>
          <p:nvPr/>
        </p:nvGrpSpPr>
        <p:grpSpPr>
          <a:xfrm>
            <a:off x="30804" y="13291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3973C4F6-35D1-C31E-FA9E-DCDECD74F2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C766A247-6BB5-C1FC-F385-58A0822C612E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D5CE6680-15E8-2E6E-38B0-D9E2FCCBC8F0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D5F8E35D-4FE0-2DEF-43B6-DB9F9E3F0F9A}"/>
              </a:ext>
            </a:extLst>
          </p:cNvPr>
          <p:cNvGrpSpPr/>
          <p:nvPr/>
        </p:nvGrpSpPr>
        <p:grpSpPr>
          <a:xfrm>
            <a:off x="9601200" y="2476500"/>
            <a:ext cx="7924802" cy="6693860"/>
            <a:chOff x="7890248" y="3751468"/>
            <a:chExt cx="6553202" cy="5777554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1EA7652E-920A-9E6D-06BD-74489895CA40}"/>
                </a:ext>
              </a:extLst>
            </p:cNvPr>
            <p:cNvGrpSpPr/>
            <p:nvPr/>
          </p:nvGrpSpPr>
          <p:grpSpPr>
            <a:xfrm>
              <a:off x="12607575" y="9065754"/>
              <a:ext cx="1294068" cy="463268"/>
              <a:chOff x="13016506" y="4734248"/>
              <a:chExt cx="981270" cy="335663"/>
            </a:xfrm>
          </p:grpSpPr>
          <p:grpSp>
            <p:nvGrpSpPr>
              <p:cNvPr id="9" name="Group 9">
                <a:extLst>
                  <a:ext uri="{FF2B5EF4-FFF2-40B4-BE49-F238E27FC236}">
                    <a16:creationId xmlns:a16="http://schemas.microsoft.com/office/drawing/2014/main" id="{313ECD5F-51ED-2361-81BA-6036A3C9B868}"/>
                  </a:ext>
                </a:extLst>
              </p:cNvPr>
              <p:cNvGrpSpPr/>
              <p:nvPr/>
            </p:nvGrpSpPr>
            <p:grpSpPr>
              <a:xfrm>
                <a:off x="13016506" y="4734250"/>
                <a:ext cx="335661" cy="335661"/>
                <a:chOff x="-1274750" y="1187413"/>
                <a:chExt cx="447548" cy="447548"/>
              </a:xfrm>
            </p:grpSpPr>
            <p:sp>
              <p:nvSpPr>
                <p:cNvPr id="10" name="Freeform 10">
                  <a:extLst>
                    <a:ext uri="{FF2B5EF4-FFF2-40B4-BE49-F238E27FC236}">
                      <a16:creationId xmlns:a16="http://schemas.microsoft.com/office/drawing/2014/main" id="{17982E49-3258-0C3F-BE39-E099AD2FB26E}"/>
                    </a:ext>
                  </a:extLst>
                </p:cNvPr>
                <p:cNvSpPr/>
                <p:nvPr/>
              </p:nvSpPr>
              <p:spPr>
                <a:xfrm>
                  <a:off x="-1274750" y="1187413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1" name="Group 11">
                <a:extLst>
                  <a:ext uri="{FF2B5EF4-FFF2-40B4-BE49-F238E27FC236}">
                    <a16:creationId xmlns:a16="http://schemas.microsoft.com/office/drawing/2014/main" id="{0A3A58D5-FD6B-6CA1-A34C-D59074D37BB9}"/>
                  </a:ext>
                </a:extLst>
              </p:cNvPr>
              <p:cNvGrpSpPr/>
              <p:nvPr/>
            </p:nvGrpSpPr>
            <p:grpSpPr>
              <a:xfrm>
                <a:off x="13357444" y="4734248"/>
                <a:ext cx="335661" cy="335661"/>
                <a:chOff x="-1267597" y="1187411"/>
                <a:chExt cx="447548" cy="447548"/>
              </a:xfrm>
            </p:grpSpPr>
            <p:sp>
              <p:nvSpPr>
                <p:cNvPr id="12" name="Freeform 12">
                  <a:extLst>
                    <a:ext uri="{FF2B5EF4-FFF2-40B4-BE49-F238E27FC236}">
                      <a16:creationId xmlns:a16="http://schemas.microsoft.com/office/drawing/2014/main" id="{0D0BDBC6-D483-F8C0-5606-C0E39B49A6C5}"/>
                    </a:ext>
                  </a:extLst>
                </p:cNvPr>
                <p:cNvSpPr/>
                <p:nvPr/>
              </p:nvSpPr>
              <p:spPr>
                <a:xfrm>
                  <a:off x="-1267597" y="1187411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3" name="Group 13">
                <a:extLst>
                  <a:ext uri="{FF2B5EF4-FFF2-40B4-BE49-F238E27FC236}">
                    <a16:creationId xmlns:a16="http://schemas.microsoft.com/office/drawing/2014/main" id="{A4006066-1D36-194A-0C2E-4BBCE3203D6D}"/>
                  </a:ext>
                </a:extLst>
              </p:cNvPr>
              <p:cNvGrpSpPr/>
              <p:nvPr/>
            </p:nvGrpSpPr>
            <p:grpSpPr>
              <a:xfrm>
                <a:off x="13662115" y="4734249"/>
                <a:ext cx="335661" cy="335661"/>
                <a:chOff x="-1308800" y="1187412"/>
                <a:chExt cx="447548" cy="447548"/>
              </a:xfrm>
            </p:grpSpPr>
            <p:sp>
              <p:nvSpPr>
                <p:cNvPr id="14" name="Freeform 14">
                  <a:extLst>
                    <a:ext uri="{FF2B5EF4-FFF2-40B4-BE49-F238E27FC236}">
                      <a16:creationId xmlns:a16="http://schemas.microsoft.com/office/drawing/2014/main" id="{56D5E4BD-02E6-4132-48AC-7B89598304B5}"/>
                    </a:ext>
                  </a:extLst>
                </p:cNvPr>
                <p:cNvSpPr/>
                <p:nvPr/>
              </p:nvSpPr>
              <p:spPr>
                <a:xfrm>
                  <a:off x="-1308800" y="1187412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23A37CDE-B3C5-9FBB-D02B-B737A40AE953}"/>
                </a:ext>
              </a:extLst>
            </p:cNvPr>
            <p:cNvGrpSpPr/>
            <p:nvPr/>
          </p:nvGrpSpPr>
          <p:grpSpPr>
            <a:xfrm>
              <a:off x="7890248" y="3751468"/>
              <a:ext cx="6553202" cy="5620814"/>
              <a:chOff x="9989673" y="4589668"/>
              <a:chExt cx="6553202" cy="5620814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2D06CC70-ED8C-6B9D-D71A-1D8885024570}"/>
                  </a:ext>
                </a:extLst>
              </p:cNvPr>
              <p:cNvGrpSpPr/>
              <p:nvPr/>
            </p:nvGrpSpPr>
            <p:grpSpPr>
              <a:xfrm>
                <a:off x="9989673" y="4589668"/>
                <a:ext cx="6553202" cy="5620814"/>
                <a:chOff x="-4123634" y="51602"/>
                <a:chExt cx="18646013" cy="2197851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836800C9-699F-A690-04E7-C8FC08A64910}"/>
                    </a:ext>
                  </a:extLst>
                </p:cNvPr>
                <p:cNvSpPr/>
                <p:nvPr/>
              </p:nvSpPr>
              <p:spPr>
                <a:xfrm>
                  <a:off x="-4123634" y="51602"/>
                  <a:ext cx="18646013" cy="2197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D295BF6F-C98F-AB84-1C4D-8563D090D760}"/>
                  </a:ext>
                </a:extLst>
              </p:cNvPr>
              <p:cNvSpPr txBox="1"/>
              <p:nvPr/>
            </p:nvSpPr>
            <p:spPr>
              <a:xfrm>
                <a:off x="10420771" y="4830549"/>
                <a:ext cx="6017441" cy="507178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Interface Code: </a:t>
                </a:r>
              </a:p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defines the API endpoints and the expected HTTP methods needed to manage storage items in your digital fridge application using Retrofit. </a:t>
                </a:r>
              </a:p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By outlining methods such as </a:t>
                </a:r>
                <a:r>
                  <a:rPr lang="en-GB" sz="2821" dirty="0" err="1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getAllStorage</a:t>
                </a: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, </a:t>
                </a:r>
                <a:r>
                  <a:rPr lang="en-GB" sz="2821" dirty="0" err="1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createItem</a:t>
                </a: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, </a:t>
                </a:r>
                <a:r>
                  <a:rPr lang="en-GB" sz="2821" dirty="0" err="1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anddeleteStorage</a:t>
                </a: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, InterfaceStorage.java connects directly with the back-end services via the PHP scripts. </a:t>
                </a:r>
                <a:endParaRPr lang="en-US" sz="2821" dirty="0">
                  <a:solidFill>
                    <a:srgbClr val="404040"/>
                  </a:solidFill>
                  <a:latin typeface="字由点字典黑 35J"/>
                  <a:ea typeface="字由点字典黑 35J"/>
                  <a:cs typeface="字由点字典黑 35J"/>
                  <a:sym typeface="字由点字典黑 35J"/>
                </a:endParaRPr>
              </a:p>
            </p:txBody>
          </p:sp>
        </p:grp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D606D0DB-6237-C4D9-4320-CF93CECF0DB9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 (Example)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FC17AA0-24A6-ECE9-3FF6-EF09E2BF95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273" y="2019300"/>
            <a:ext cx="7540359" cy="747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04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07873-5BFC-7920-FAAE-D9BE088B6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4D82E7E-BEB0-9048-57FD-53C445FB7D4D}"/>
              </a:ext>
            </a:extLst>
          </p:cNvPr>
          <p:cNvGrpSpPr/>
          <p:nvPr/>
        </p:nvGrpSpPr>
        <p:grpSpPr>
          <a:xfrm>
            <a:off x="20782" y="0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61255F9E-29A2-ACB4-CDEE-1A6A66510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8177DAEF-6CBC-B45A-51BA-6CEE9BD3D1EC}"/>
              </a:ext>
            </a:extLst>
          </p:cNvPr>
          <p:cNvGrpSpPr/>
          <p:nvPr/>
        </p:nvGrpSpPr>
        <p:grpSpPr>
          <a:xfrm>
            <a:off x="11438938" y="4457700"/>
            <a:ext cx="6553200" cy="1905000"/>
            <a:chOff x="0" y="0"/>
            <a:chExt cx="18646008" cy="175794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43E83E5-24CA-AF5E-E686-565B1FA1273E}"/>
                </a:ext>
              </a:extLst>
            </p:cNvPr>
            <p:cNvSpPr/>
            <p:nvPr/>
          </p:nvSpPr>
          <p:spPr>
            <a:xfrm>
              <a:off x="0" y="0"/>
              <a:ext cx="18646012" cy="1757934"/>
            </a:xfrm>
            <a:custGeom>
              <a:avLst/>
              <a:gdLst/>
              <a:ahLst/>
              <a:cxnLst/>
              <a:rect l="l" t="t" r="r" b="b"/>
              <a:pathLst>
                <a:path w="18646012" h="1757934">
                  <a:moveTo>
                    <a:pt x="0" y="878967"/>
                  </a:moveTo>
                  <a:cubicBezTo>
                    <a:pt x="0" y="393319"/>
                    <a:pt x="398780" y="0"/>
                    <a:pt x="890524" y="0"/>
                  </a:cubicBezTo>
                  <a:lnTo>
                    <a:pt x="17755488" y="0"/>
                  </a:lnTo>
                  <a:lnTo>
                    <a:pt x="17755488" y="12700"/>
                  </a:lnTo>
                  <a:lnTo>
                    <a:pt x="17755488" y="0"/>
                  </a:lnTo>
                  <a:cubicBezTo>
                    <a:pt x="18247105" y="0"/>
                    <a:pt x="18646012" y="393319"/>
                    <a:pt x="18646012" y="878967"/>
                  </a:cubicBezTo>
                  <a:lnTo>
                    <a:pt x="18633312" y="878967"/>
                  </a:lnTo>
                  <a:lnTo>
                    <a:pt x="18646012" y="878967"/>
                  </a:lnTo>
                  <a:lnTo>
                    <a:pt x="18633312" y="878967"/>
                  </a:lnTo>
                  <a:lnTo>
                    <a:pt x="18646012" y="878967"/>
                  </a:lnTo>
                  <a:cubicBezTo>
                    <a:pt x="18646012" y="1364615"/>
                    <a:pt x="18247232" y="1757934"/>
                    <a:pt x="17755488" y="1757934"/>
                  </a:cubicBezTo>
                  <a:lnTo>
                    <a:pt x="17755488" y="1745234"/>
                  </a:lnTo>
                  <a:lnTo>
                    <a:pt x="17755488" y="1757934"/>
                  </a:lnTo>
                  <a:lnTo>
                    <a:pt x="890524" y="1757934"/>
                  </a:lnTo>
                  <a:lnTo>
                    <a:pt x="890524" y="1745234"/>
                  </a:lnTo>
                  <a:lnTo>
                    <a:pt x="890524" y="1757934"/>
                  </a:lnTo>
                  <a:cubicBezTo>
                    <a:pt x="398780" y="1757934"/>
                    <a:pt x="0" y="1364615"/>
                    <a:pt x="0" y="878967"/>
                  </a:cubicBezTo>
                  <a:lnTo>
                    <a:pt x="12700" y="878967"/>
                  </a:lnTo>
                  <a:lnTo>
                    <a:pt x="0" y="878967"/>
                  </a:lnTo>
                  <a:moveTo>
                    <a:pt x="25400" y="878967"/>
                  </a:moveTo>
                  <a:lnTo>
                    <a:pt x="12700" y="878967"/>
                  </a:lnTo>
                  <a:lnTo>
                    <a:pt x="25400" y="878967"/>
                  </a:lnTo>
                  <a:cubicBezTo>
                    <a:pt x="25400" y="1350264"/>
                    <a:pt x="412496" y="1732534"/>
                    <a:pt x="890524" y="1732534"/>
                  </a:cubicBezTo>
                  <a:lnTo>
                    <a:pt x="17755488" y="1732534"/>
                  </a:lnTo>
                  <a:cubicBezTo>
                    <a:pt x="18233389" y="1732534"/>
                    <a:pt x="18620612" y="1350264"/>
                    <a:pt x="18620612" y="878967"/>
                  </a:cubicBezTo>
                  <a:cubicBezTo>
                    <a:pt x="18620612" y="407670"/>
                    <a:pt x="18233517" y="25400"/>
                    <a:pt x="17755488" y="25400"/>
                  </a:cubicBezTo>
                  <a:lnTo>
                    <a:pt x="890524" y="25400"/>
                  </a:lnTo>
                  <a:lnTo>
                    <a:pt x="890524" y="12700"/>
                  </a:lnTo>
                  <a:lnTo>
                    <a:pt x="890524" y="25400"/>
                  </a:lnTo>
                  <a:cubicBezTo>
                    <a:pt x="412496" y="25400"/>
                    <a:pt x="25400" y="407670"/>
                    <a:pt x="25400" y="878967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776A2D4-B633-17DB-BC95-F29C625DF9E7}"/>
              </a:ext>
            </a:extLst>
          </p:cNvPr>
          <p:cNvGrpSpPr/>
          <p:nvPr/>
        </p:nvGrpSpPr>
        <p:grpSpPr>
          <a:xfrm>
            <a:off x="16113985" y="6131112"/>
            <a:ext cx="1327632" cy="463145"/>
            <a:chOff x="13972568" y="3843690"/>
            <a:chExt cx="1006721" cy="335574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CCCD5E2B-54A0-59CB-42A2-921BB7AE721B}"/>
                </a:ext>
              </a:extLst>
            </p:cNvPr>
            <p:cNvGrpSpPr/>
            <p:nvPr/>
          </p:nvGrpSpPr>
          <p:grpSpPr>
            <a:xfrm>
              <a:off x="13972568" y="3843690"/>
              <a:ext cx="335574" cy="335574"/>
              <a:chOff x="0" y="0"/>
              <a:chExt cx="447432" cy="447432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93C2803B-9952-9198-D660-5DD12311FB9B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B4571418-A973-A07B-F5C6-54A96755EFF2}"/>
                </a:ext>
              </a:extLst>
            </p:cNvPr>
            <p:cNvGrpSpPr/>
            <p:nvPr/>
          </p:nvGrpSpPr>
          <p:grpSpPr>
            <a:xfrm>
              <a:off x="14308142" y="3843690"/>
              <a:ext cx="335574" cy="335574"/>
              <a:chOff x="0" y="0"/>
              <a:chExt cx="447432" cy="447432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3E2A605F-C0D4-2918-2334-4A73232C3E3D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26987213-41AC-5721-0DEE-DED4D0DA2153}"/>
                </a:ext>
              </a:extLst>
            </p:cNvPr>
            <p:cNvGrpSpPr/>
            <p:nvPr/>
          </p:nvGrpSpPr>
          <p:grpSpPr>
            <a:xfrm>
              <a:off x="14643715" y="3843690"/>
              <a:ext cx="335574" cy="335574"/>
              <a:chOff x="0" y="0"/>
              <a:chExt cx="447432" cy="447432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662D5EB7-69D4-84DE-391B-4DDDCEBC5BB2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90FC1AD1-10B4-E51E-6673-3CE11A7B0486}"/>
              </a:ext>
            </a:extLst>
          </p:cNvPr>
          <p:cNvGrpSpPr/>
          <p:nvPr/>
        </p:nvGrpSpPr>
        <p:grpSpPr>
          <a:xfrm>
            <a:off x="1364274" y="845526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534335F4-59B3-80C3-5F61-FB1FA3DDBC5F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9B5611AC-6CF4-3B7F-721A-C19D74C92DA3}"/>
              </a:ext>
            </a:extLst>
          </p:cNvPr>
          <p:cNvSpPr txBox="1"/>
          <p:nvPr/>
        </p:nvSpPr>
        <p:spPr>
          <a:xfrm>
            <a:off x="11735914" y="4589667"/>
            <a:ext cx="6017441" cy="2115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The code shows how to query and handle the result of searching item in the storage.</a:t>
            </a:r>
          </a:p>
          <a:p>
            <a:pPr marL="304542" lvl="1" algn="l">
              <a:lnSpc>
                <a:spcPts val="4231"/>
              </a:lnSpc>
            </a:pPr>
            <a:endParaRPr lang="en-US" sz="2821" dirty="0">
              <a:solidFill>
                <a:srgbClr val="404040"/>
              </a:solidFill>
              <a:latin typeface="字由点字典黑 35J"/>
              <a:ea typeface="字由点字典黑 35J"/>
              <a:cs typeface="字由点字典黑 35J"/>
              <a:sym typeface="字由点字典黑 35J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B880474-C753-4B50-4B14-7532FF58B7D3}"/>
              </a:ext>
            </a:extLst>
          </p:cNvPr>
          <p:cNvSpPr txBox="1"/>
          <p:nvPr/>
        </p:nvSpPr>
        <p:spPr>
          <a:xfrm>
            <a:off x="1790700" y="647700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 (Example)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D0CBF6C-D0BE-58D3-FB8A-D05C7C165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72" y="1506793"/>
            <a:ext cx="10078782" cy="7949690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EC34361A-1CE3-8DFB-66B3-2549F6AF8312}"/>
              </a:ext>
            </a:extLst>
          </p:cNvPr>
          <p:cNvGrpSpPr/>
          <p:nvPr/>
        </p:nvGrpSpPr>
        <p:grpSpPr>
          <a:xfrm>
            <a:off x="5424271" y="2699760"/>
            <a:ext cx="5656343" cy="6332082"/>
            <a:chOff x="5257800" y="3086100"/>
            <a:chExt cx="5656343" cy="6332082"/>
          </a:xfrm>
        </p:grpSpPr>
        <p:sp>
          <p:nvSpPr>
            <p:cNvPr id="17" name="标注: 左箭头 16">
              <a:extLst>
                <a:ext uri="{FF2B5EF4-FFF2-40B4-BE49-F238E27FC236}">
                  <a16:creationId xmlns:a16="http://schemas.microsoft.com/office/drawing/2014/main" id="{A4A8595D-F4B2-A55E-8C50-4466E93F24F0}"/>
                </a:ext>
              </a:extLst>
            </p:cNvPr>
            <p:cNvSpPr/>
            <p:nvPr/>
          </p:nvSpPr>
          <p:spPr>
            <a:xfrm>
              <a:off x="5257800" y="3086100"/>
              <a:ext cx="5105400" cy="1371600"/>
            </a:xfrm>
            <a:prstGeom prst="leftArrowCallou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Set up the connection</a:t>
              </a:r>
              <a:br>
                <a:rPr lang="en-GB" dirty="0"/>
              </a:br>
              <a:r>
                <a:rPr lang="en-GB" dirty="0"/>
                <a:t>&amp;</a:t>
              </a:r>
            </a:p>
            <a:p>
              <a:pPr algn="ctr"/>
              <a:r>
                <a:rPr lang="en-GB" dirty="0"/>
                <a:t>Get the data posted from the project</a:t>
              </a:r>
            </a:p>
          </p:txBody>
        </p:sp>
        <p:sp>
          <p:nvSpPr>
            <p:cNvPr id="18" name="标注: 左箭头 17">
              <a:extLst>
                <a:ext uri="{FF2B5EF4-FFF2-40B4-BE49-F238E27FC236}">
                  <a16:creationId xmlns:a16="http://schemas.microsoft.com/office/drawing/2014/main" id="{31104F21-D278-3F3D-A5DD-543A097FADF7}"/>
                </a:ext>
              </a:extLst>
            </p:cNvPr>
            <p:cNvSpPr/>
            <p:nvPr/>
          </p:nvSpPr>
          <p:spPr>
            <a:xfrm>
              <a:off x="5562600" y="5295900"/>
              <a:ext cx="5105400" cy="1066785"/>
            </a:xfrm>
            <a:prstGeom prst="leftArrowCallou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If no category got, use </a:t>
              </a:r>
              <a:r>
                <a:rPr lang="en-GB" dirty="0" err="1"/>
                <a:t>user_id</a:t>
              </a:r>
              <a:r>
                <a:rPr lang="en-GB" dirty="0"/>
                <a:t> to get all items in the storage. </a:t>
              </a:r>
            </a:p>
          </p:txBody>
        </p:sp>
        <p:sp>
          <p:nvSpPr>
            <p:cNvPr id="19" name="标注: 左箭头 18">
              <a:extLst>
                <a:ext uri="{FF2B5EF4-FFF2-40B4-BE49-F238E27FC236}">
                  <a16:creationId xmlns:a16="http://schemas.microsoft.com/office/drawing/2014/main" id="{6828EFEA-AF9E-87D2-D912-7F08E00EAEAA}"/>
                </a:ext>
              </a:extLst>
            </p:cNvPr>
            <p:cNvSpPr/>
            <p:nvPr/>
          </p:nvSpPr>
          <p:spPr>
            <a:xfrm>
              <a:off x="5334000" y="7077201"/>
              <a:ext cx="5105400" cy="1066785"/>
            </a:xfrm>
            <a:prstGeom prst="leftArrowCallou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If the category is valid, get all items in the storage which are in this category. </a:t>
              </a:r>
            </a:p>
          </p:txBody>
        </p:sp>
        <p:sp>
          <p:nvSpPr>
            <p:cNvPr id="23" name="标注: 左箭头 22">
              <a:extLst>
                <a:ext uri="{FF2B5EF4-FFF2-40B4-BE49-F238E27FC236}">
                  <a16:creationId xmlns:a16="http://schemas.microsoft.com/office/drawing/2014/main" id="{80F6FE8E-EB0C-FF4E-D5E4-8FAA9EA093C3}"/>
                </a:ext>
              </a:extLst>
            </p:cNvPr>
            <p:cNvSpPr/>
            <p:nvPr/>
          </p:nvSpPr>
          <p:spPr>
            <a:xfrm>
              <a:off x="5808743" y="8351397"/>
              <a:ext cx="5105400" cy="1066785"/>
            </a:xfrm>
            <a:prstGeom prst="leftArrowCallou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Get the query result and encode it in JSON, transfer to the project.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1418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80000"/>
            </a:blip>
            <a:srcRect t="7061" b="7061"/>
            <a:stretch>
              <a:fillRect/>
            </a:stretch>
          </p:blipFill>
          <p:spPr>
            <a:xfrm flipH="1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6954208" y="8364091"/>
            <a:ext cx="599241" cy="1112876"/>
            <a:chOff x="0" y="0"/>
            <a:chExt cx="798988" cy="1483834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4142" cy="114142"/>
              <a:chOff x="0" y="0"/>
              <a:chExt cx="114142" cy="11414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228282" y="0"/>
              <a:ext cx="114142" cy="114142"/>
              <a:chOff x="0" y="0"/>
              <a:chExt cx="114142" cy="11414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456564" y="0"/>
              <a:ext cx="114142" cy="114142"/>
              <a:chOff x="0" y="0"/>
              <a:chExt cx="114142" cy="11414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684846" y="0"/>
              <a:ext cx="114142" cy="114142"/>
              <a:chOff x="0" y="0"/>
              <a:chExt cx="114142" cy="11414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0" y="228282"/>
              <a:ext cx="114142" cy="114142"/>
              <a:chOff x="0" y="0"/>
              <a:chExt cx="114142" cy="11414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228282" y="228282"/>
              <a:ext cx="114142" cy="114142"/>
              <a:chOff x="0" y="0"/>
              <a:chExt cx="114142" cy="11414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456564" y="228282"/>
              <a:ext cx="114142" cy="114142"/>
              <a:chOff x="0" y="0"/>
              <a:chExt cx="114142" cy="11414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684846" y="228282"/>
              <a:ext cx="114142" cy="114142"/>
              <a:chOff x="0" y="0"/>
              <a:chExt cx="114142" cy="11414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0" y="456564"/>
              <a:ext cx="114142" cy="114142"/>
              <a:chOff x="0" y="0"/>
              <a:chExt cx="114142" cy="11414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228282" y="456564"/>
              <a:ext cx="114142" cy="114142"/>
              <a:chOff x="0" y="0"/>
              <a:chExt cx="114142" cy="11414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456564" y="456564"/>
              <a:ext cx="114142" cy="114142"/>
              <a:chOff x="0" y="0"/>
              <a:chExt cx="114142" cy="11414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684846" y="456564"/>
              <a:ext cx="114142" cy="114142"/>
              <a:chOff x="0" y="0"/>
              <a:chExt cx="114142" cy="11414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0" y="684846"/>
              <a:ext cx="114142" cy="114142"/>
              <a:chOff x="0" y="0"/>
              <a:chExt cx="114142" cy="114142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228282" y="684846"/>
              <a:ext cx="114142" cy="114142"/>
              <a:chOff x="0" y="0"/>
              <a:chExt cx="114142" cy="11414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456564" y="684846"/>
              <a:ext cx="114142" cy="114142"/>
              <a:chOff x="0" y="0"/>
              <a:chExt cx="114142" cy="11414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684846" y="684846"/>
              <a:ext cx="114142" cy="114142"/>
              <a:chOff x="0" y="0"/>
              <a:chExt cx="114142" cy="11414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0" y="913128"/>
              <a:ext cx="114142" cy="114142"/>
              <a:chOff x="0" y="0"/>
              <a:chExt cx="114142" cy="11414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228282" y="913128"/>
              <a:ext cx="114142" cy="114142"/>
              <a:chOff x="0" y="0"/>
              <a:chExt cx="114142" cy="11414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456564" y="913128"/>
              <a:ext cx="114142" cy="114142"/>
              <a:chOff x="0" y="0"/>
              <a:chExt cx="114142" cy="11414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684846" y="913128"/>
              <a:ext cx="114142" cy="114142"/>
              <a:chOff x="0" y="0"/>
              <a:chExt cx="114142" cy="11414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0" y="1141410"/>
              <a:ext cx="114142" cy="114142"/>
              <a:chOff x="0" y="0"/>
              <a:chExt cx="114142" cy="11414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7" name="Group 47"/>
            <p:cNvGrpSpPr/>
            <p:nvPr/>
          </p:nvGrpSpPr>
          <p:grpSpPr>
            <a:xfrm>
              <a:off x="228282" y="1141410"/>
              <a:ext cx="114142" cy="114142"/>
              <a:chOff x="0" y="0"/>
              <a:chExt cx="114142" cy="114142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9" name="Group 49"/>
            <p:cNvGrpSpPr/>
            <p:nvPr/>
          </p:nvGrpSpPr>
          <p:grpSpPr>
            <a:xfrm>
              <a:off x="456564" y="1141410"/>
              <a:ext cx="114142" cy="114142"/>
              <a:chOff x="0" y="0"/>
              <a:chExt cx="114142" cy="114142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1" name="Group 51"/>
            <p:cNvGrpSpPr/>
            <p:nvPr/>
          </p:nvGrpSpPr>
          <p:grpSpPr>
            <a:xfrm>
              <a:off x="684846" y="1141410"/>
              <a:ext cx="114142" cy="114142"/>
              <a:chOff x="0" y="0"/>
              <a:chExt cx="114142" cy="114142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0" y="1369692"/>
              <a:ext cx="114142" cy="114142"/>
              <a:chOff x="0" y="0"/>
              <a:chExt cx="114142" cy="114142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5" name="Group 55"/>
            <p:cNvGrpSpPr/>
            <p:nvPr/>
          </p:nvGrpSpPr>
          <p:grpSpPr>
            <a:xfrm>
              <a:off x="228282" y="1369692"/>
              <a:ext cx="114142" cy="114142"/>
              <a:chOff x="0" y="0"/>
              <a:chExt cx="114142" cy="114142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7" name="Group 57"/>
            <p:cNvGrpSpPr/>
            <p:nvPr/>
          </p:nvGrpSpPr>
          <p:grpSpPr>
            <a:xfrm>
              <a:off x="456564" y="1369692"/>
              <a:ext cx="114142" cy="114142"/>
              <a:chOff x="0" y="0"/>
              <a:chExt cx="114142" cy="11414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9" name="Group 59"/>
            <p:cNvGrpSpPr/>
            <p:nvPr/>
          </p:nvGrpSpPr>
          <p:grpSpPr>
            <a:xfrm>
              <a:off x="684846" y="1369692"/>
              <a:ext cx="114142" cy="114142"/>
              <a:chOff x="0" y="0"/>
              <a:chExt cx="114142" cy="114142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id="61" name="AutoShape 61"/>
          <p:cNvSpPr/>
          <p:nvPr/>
        </p:nvSpPr>
        <p:spPr>
          <a:xfrm>
            <a:off x="0" y="2369910"/>
            <a:ext cx="8455790" cy="9523"/>
          </a:xfrm>
          <a:prstGeom prst="line">
            <a:avLst/>
          </a:prstGeom>
          <a:ln w="9525" cap="rnd">
            <a:solidFill>
              <a:srgbClr val="3737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2" name="Group 62"/>
          <p:cNvGrpSpPr/>
          <p:nvPr/>
        </p:nvGrpSpPr>
        <p:grpSpPr>
          <a:xfrm>
            <a:off x="4396884" y="2179578"/>
            <a:ext cx="399711" cy="399711"/>
            <a:chOff x="0" y="0"/>
            <a:chExt cx="532948" cy="53294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32892" cy="532892"/>
            </a:xfrm>
            <a:custGeom>
              <a:avLst/>
              <a:gdLst/>
              <a:ahLst/>
              <a:cxnLst/>
              <a:rect l="l" t="t" r="r" b="b"/>
              <a:pathLst>
                <a:path w="532892" h="532892">
                  <a:moveTo>
                    <a:pt x="0" y="266446"/>
                  </a:moveTo>
                  <a:cubicBezTo>
                    <a:pt x="147193" y="266446"/>
                    <a:pt x="266446" y="147193"/>
                    <a:pt x="266446" y="0"/>
                  </a:cubicBezTo>
                  <a:cubicBezTo>
                    <a:pt x="266446" y="147193"/>
                    <a:pt x="385699" y="266446"/>
                    <a:pt x="532892" y="266446"/>
                  </a:cubicBezTo>
                  <a:cubicBezTo>
                    <a:pt x="385699" y="266446"/>
                    <a:pt x="266446" y="385699"/>
                    <a:pt x="266446" y="532892"/>
                  </a:cubicBezTo>
                  <a:cubicBezTo>
                    <a:pt x="266446" y="385699"/>
                    <a:pt x="147193" y="266446"/>
                    <a:pt x="0" y="266446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3782165" y="2170055"/>
            <a:ext cx="399711" cy="399711"/>
            <a:chOff x="0" y="0"/>
            <a:chExt cx="532948" cy="53294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32892" cy="532892"/>
            </a:xfrm>
            <a:custGeom>
              <a:avLst/>
              <a:gdLst/>
              <a:ahLst/>
              <a:cxnLst/>
              <a:rect l="l" t="t" r="r" b="b"/>
              <a:pathLst>
                <a:path w="532892" h="532892">
                  <a:moveTo>
                    <a:pt x="0" y="266446"/>
                  </a:moveTo>
                  <a:cubicBezTo>
                    <a:pt x="147193" y="266446"/>
                    <a:pt x="266446" y="147193"/>
                    <a:pt x="266446" y="0"/>
                  </a:cubicBezTo>
                  <a:cubicBezTo>
                    <a:pt x="266446" y="147193"/>
                    <a:pt x="385699" y="266446"/>
                    <a:pt x="532892" y="266446"/>
                  </a:cubicBezTo>
                  <a:cubicBezTo>
                    <a:pt x="385699" y="266446"/>
                    <a:pt x="266446" y="385699"/>
                    <a:pt x="266446" y="532892"/>
                  </a:cubicBezTo>
                  <a:cubicBezTo>
                    <a:pt x="266446" y="385699"/>
                    <a:pt x="147193" y="266446"/>
                    <a:pt x="0" y="266446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4596740" y="7123830"/>
            <a:ext cx="13691260" cy="399711"/>
            <a:chOff x="0" y="0"/>
            <a:chExt cx="18255013" cy="532948"/>
          </a:xfrm>
        </p:grpSpPr>
        <p:sp>
          <p:nvSpPr>
            <p:cNvPr id="67" name="AutoShape 67"/>
            <p:cNvSpPr/>
            <p:nvPr/>
          </p:nvSpPr>
          <p:spPr>
            <a:xfrm flipH="1">
              <a:off x="0" y="266474"/>
              <a:ext cx="18255013" cy="2"/>
            </a:xfrm>
            <a:prstGeom prst="line">
              <a:avLst/>
            </a:prstGeom>
            <a:ln w="12700" cap="rnd">
              <a:solidFill>
                <a:srgbClr val="37373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215496" y="0"/>
              <a:ext cx="532948" cy="532948"/>
              <a:chOff x="0" y="0"/>
              <a:chExt cx="532948" cy="532948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532892" cy="532892"/>
              </a:xfrm>
              <a:custGeom>
                <a:avLst/>
                <a:gdLst/>
                <a:ahLst/>
                <a:cxnLst/>
                <a:rect l="l" t="t" r="r" b="b"/>
                <a:pathLst>
                  <a:path w="532892" h="532892">
                    <a:moveTo>
                      <a:pt x="532892" y="266446"/>
                    </a:moveTo>
                    <a:cubicBezTo>
                      <a:pt x="385699" y="266446"/>
                      <a:pt x="266446" y="385699"/>
                      <a:pt x="266446" y="532892"/>
                    </a:cubicBezTo>
                    <a:cubicBezTo>
                      <a:pt x="266446" y="385699"/>
                      <a:pt x="147193" y="266446"/>
                      <a:pt x="0" y="266446"/>
                    </a:cubicBezTo>
                    <a:cubicBezTo>
                      <a:pt x="147193" y="266446"/>
                      <a:pt x="266446" y="147193"/>
                      <a:pt x="266446" y="0"/>
                    </a:cubicBezTo>
                    <a:cubicBezTo>
                      <a:pt x="266446" y="147193"/>
                      <a:pt x="385699" y="266446"/>
                      <a:pt x="532892" y="266446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70" name="Group 70"/>
            <p:cNvGrpSpPr/>
            <p:nvPr/>
          </p:nvGrpSpPr>
          <p:grpSpPr>
            <a:xfrm>
              <a:off x="6413390" y="0"/>
              <a:ext cx="532948" cy="532948"/>
              <a:chOff x="0" y="0"/>
              <a:chExt cx="532948" cy="532948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532892" cy="532892"/>
              </a:xfrm>
              <a:custGeom>
                <a:avLst/>
                <a:gdLst/>
                <a:ahLst/>
                <a:cxnLst/>
                <a:rect l="l" t="t" r="r" b="b"/>
                <a:pathLst>
                  <a:path w="532892" h="532892">
                    <a:moveTo>
                      <a:pt x="532892" y="266446"/>
                    </a:moveTo>
                    <a:cubicBezTo>
                      <a:pt x="385699" y="266446"/>
                      <a:pt x="266446" y="385699"/>
                      <a:pt x="266446" y="532892"/>
                    </a:cubicBezTo>
                    <a:cubicBezTo>
                      <a:pt x="266446" y="385699"/>
                      <a:pt x="147193" y="266446"/>
                      <a:pt x="0" y="266446"/>
                    </a:cubicBezTo>
                    <a:cubicBezTo>
                      <a:pt x="147193" y="266446"/>
                      <a:pt x="266446" y="147193"/>
                      <a:pt x="266446" y="0"/>
                    </a:cubicBezTo>
                    <a:cubicBezTo>
                      <a:pt x="266446" y="147193"/>
                      <a:pt x="385699" y="266446"/>
                      <a:pt x="532892" y="266446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</p:grpSp>
      <p:sp>
        <p:nvSpPr>
          <p:cNvPr id="72" name="TextBox 72"/>
          <p:cNvSpPr txBox="1"/>
          <p:nvPr/>
        </p:nvSpPr>
        <p:spPr>
          <a:xfrm>
            <a:off x="5259051" y="2825201"/>
            <a:ext cx="9761758" cy="385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139"/>
              </a:lnSpc>
            </a:pPr>
            <a:r>
              <a:rPr lang="en-US" sz="8449" spc="2816">
                <a:solidFill>
                  <a:srgbClr val="000000"/>
                </a:solidFill>
                <a:latin typeface="字由点字典黑 75J"/>
                <a:ea typeface="字由点字典黑 75J"/>
                <a:cs typeface="字由点字典黑 75J"/>
                <a:sym typeface="字由点字典黑 75J"/>
              </a:rPr>
              <a:t>THANKS FOR WATCHING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2337</TotalTime>
  <Words>681</Words>
  <Application>Microsoft Office PowerPoint</Application>
  <PresentationFormat>自定义</PresentationFormat>
  <Paragraphs>88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字由点字典黑 45J Italics</vt:lpstr>
      <vt:lpstr>Arial Black</vt:lpstr>
      <vt:lpstr>字由点字典黑 75J</vt:lpstr>
      <vt:lpstr>字由点字典黑 35J</vt:lpstr>
      <vt:lpstr>Arial</vt:lpstr>
      <vt:lpstr>Calibri</vt:lpstr>
      <vt:lpstr>Arimo</vt:lpstr>
      <vt:lpstr>字由点字典黑 35J Italics</vt:lpstr>
      <vt:lpstr>字由点字典黑 45J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Slides</dc:title>
  <dc:creator>VICTORIA zhu</dc:creator>
  <cp:lastModifiedBy>VICTORIA zhu</cp:lastModifiedBy>
  <cp:revision>21</cp:revision>
  <dcterms:created xsi:type="dcterms:W3CDTF">2006-08-16T00:00:00Z</dcterms:created>
  <dcterms:modified xsi:type="dcterms:W3CDTF">2024-11-11T06:58:58Z</dcterms:modified>
  <dc:identifier>DAGTWDfY6zY</dc:identifier>
</cp:coreProperties>
</file>